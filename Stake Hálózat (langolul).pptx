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56" r:id="rId5"/>
    <p:sldId id="273" r:id="rId6"/>
    <p:sldId id="271" r:id="rId7"/>
    <p:sldId id="257" r:id="rId8"/>
    <p:sldId id="259" r:id="rId9"/>
    <p:sldId id="260" r:id="rId10"/>
    <p:sldId id="261" r:id="rId11"/>
    <p:sldId id="276" r:id="rId12"/>
    <p:sldId id="263" r:id="rId13"/>
    <p:sldId id="274" r:id="rId14"/>
    <p:sldId id="275" r:id="rId15"/>
    <p:sldId id="266" r:id="rId16"/>
    <p:sldId id="264"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1719" autoAdjust="0"/>
  </p:normalViewPr>
  <p:slideViewPr>
    <p:cSldViewPr snapToGrid="0">
      <p:cViewPr varScale="1">
        <p:scale>
          <a:sx n="40" d="100"/>
          <a:sy n="40" d="100"/>
        </p:scale>
        <p:origin x="2318"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dirty="0"/>
              <a:t>Time</a:t>
            </a:r>
            <a:r>
              <a:rPr lang="en-US" baseline="0" dirty="0"/>
              <a:t> spent with the Project</a:t>
            </a:r>
            <a:endParaRPr lang="en-US" dirty="0"/>
          </a:p>
        </c:rich>
      </c:tx>
      <c:layout>
        <c:manualLayout>
          <c:xMode val="edge"/>
          <c:yMode val="edge"/>
          <c:x val="0.3036926090760394"/>
          <c:y val="2.0430497469973604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hu-HU"/>
        </a:p>
      </c:txPr>
    </c:title>
    <c:autoTitleDeleted val="0"/>
    <c:plotArea>
      <c:layout/>
      <c:pieChart>
        <c:varyColors val="1"/>
        <c:ser>
          <c:idx val="0"/>
          <c:order val="0"/>
          <c:tx>
            <c:strRef>
              <c:f>Munka1!$B$1</c:f>
              <c:strCache>
                <c:ptCount val="1"/>
                <c:pt idx="0">
                  <c:v>Ki mennyi időt töltött el a projekttel?</c:v>
                </c:pt>
              </c:strCache>
            </c:strRef>
          </c:tx>
          <c:explosion val="2"/>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C2FE-4906-81E4-DB8D9D7DC450}"/>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C2FE-4906-81E4-DB8D9D7DC450}"/>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C2FE-4906-81E4-DB8D9D7DC450}"/>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hu-HU"/>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Munka1!$A$2:$A$4</c:f>
              <c:strCache>
                <c:ptCount val="3"/>
                <c:pt idx="0">
                  <c:v>Jani</c:v>
                </c:pt>
                <c:pt idx="1">
                  <c:v>Kristóf</c:v>
                </c:pt>
                <c:pt idx="2">
                  <c:v>Balázs</c:v>
                </c:pt>
              </c:strCache>
            </c:strRef>
          </c:cat>
          <c:val>
            <c:numRef>
              <c:f>Munka1!$B$2:$B$4</c:f>
              <c:numCache>
                <c:formatCode>d\-mmm</c:formatCode>
                <c:ptCount val="3"/>
                <c:pt idx="0" formatCode="General">
                  <c:v>3</c:v>
                </c:pt>
                <c:pt idx="1">
                  <c:v>3</c:v>
                </c:pt>
                <c:pt idx="2">
                  <c:v>4</c:v>
                </c:pt>
              </c:numCache>
            </c:numRef>
          </c:val>
          <c:extLst>
            <c:ext xmlns:c16="http://schemas.microsoft.com/office/drawing/2014/chart" uri="{C3380CC4-5D6E-409C-BE32-E72D297353CC}">
              <c16:uniqueId val="{00000000-406A-44D6-AA08-60570220C34C}"/>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2.0844269466316337E-3"/>
          <c:y val="0.1796256691619911"/>
          <c:w val="0.16095905131423785"/>
          <c:h val="0.67243064087414028"/>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3000" b="0" i="0" u="none" strike="noStrike" kern="1200" baseline="0">
              <a:solidFill>
                <a:schemeClr val="dk1">
                  <a:lumMod val="75000"/>
                  <a:lumOff val="25000"/>
                </a:schemeClr>
              </a:solidFill>
              <a:latin typeface="+mn-lt"/>
              <a:ea typeface="+mn-ea"/>
              <a:cs typeface="+mn-cs"/>
            </a:defRPr>
          </a:pPr>
          <a:endParaRPr lang="hu-H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hu-HU"/>
    </a:p>
  </c:txPr>
  <c:externalData r:id="rId3">
    <c:autoUpdate val="0"/>
  </c:externalData>
</c:chartSpace>
</file>

<file path=ppt/charts/colors1.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269F0E-289D-432E-B117-202A7B74DDF4}" type="doc">
      <dgm:prSet loTypeId="urn:microsoft.com/office/officeart/2005/8/layout/vProcess5" loCatId="process" qsTypeId="urn:microsoft.com/office/officeart/2005/8/quickstyle/simple5" qsCatId="simple" csTypeId="urn:microsoft.com/office/officeart/2005/8/colors/accent2_2" csCatId="accent2" phldr="1"/>
      <dgm:spPr/>
      <dgm:t>
        <a:bodyPr/>
        <a:lstStyle/>
        <a:p>
          <a:endParaRPr lang="en-US"/>
        </a:p>
      </dgm:t>
    </dgm:pt>
    <dgm:pt modelId="{CC8AAF34-AE2B-48DB-981A-9D76EAECD76F}">
      <dgm:prSet/>
      <dgm:spPr/>
      <dgm:t>
        <a:bodyPr/>
        <a:lstStyle/>
        <a:p>
          <a:r>
            <a:rPr lang="en-US" dirty="0"/>
            <a:t>Stake Casino Network</a:t>
          </a:r>
        </a:p>
      </dgm:t>
    </dgm:pt>
    <dgm:pt modelId="{EEF75074-BB6F-4145-A4B4-72B1DE78816A}" type="parTrans" cxnId="{84AD6F3E-36CC-4F4B-AC8E-A0BA804F3440}">
      <dgm:prSet/>
      <dgm:spPr/>
      <dgm:t>
        <a:bodyPr/>
        <a:lstStyle/>
        <a:p>
          <a:endParaRPr lang="en-US"/>
        </a:p>
      </dgm:t>
    </dgm:pt>
    <dgm:pt modelId="{DABD7DD3-3CAD-4205-951C-FFFE3A3DC756}" type="sibTrans" cxnId="{84AD6F3E-36CC-4F4B-AC8E-A0BA804F3440}">
      <dgm:prSet/>
      <dgm:spPr/>
      <dgm:t>
        <a:bodyPr/>
        <a:lstStyle/>
        <a:p>
          <a:endParaRPr lang="en-US"/>
        </a:p>
      </dgm:t>
    </dgm:pt>
    <dgm:pt modelId="{6443C792-271C-413B-A188-CDDDA083DA06}">
      <dgm:prSet/>
      <dgm:spPr/>
      <dgm:t>
        <a:bodyPr/>
        <a:lstStyle/>
        <a:p>
          <a:r>
            <a:rPr lang="en-US" dirty="0"/>
            <a:t>4 </a:t>
          </a:r>
          <a:r>
            <a:rPr lang="en-US" dirty="0" err="1"/>
            <a:t>cit</a:t>
          </a:r>
          <a:r>
            <a:rPr lang="hu-HU" dirty="0" err="1"/>
            <a:t>ies</a:t>
          </a:r>
          <a:endParaRPr lang="en-US" dirty="0"/>
        </a:p>
      </dgm:t>
    </dgm:pt>
    <dgm:pt modelId="{49F58C4B-C70F-4107-8E17-8A720AD96802}" type="parTrans" cxnId="{D1949D53-80F2-4D61-B532-0EB9D556F3AE}">
      <dgm:prSet/>
      <dgm:spPr/>
      <dgm:t>
        <a:bodyPr/>
        <a:lstStyle/>
        <a:p>
          <a:endParaRPr lang="en-US"/>
        </a:p>
      </dgm:t>
    </dgm:pt>
    <dgm:pt modelId="{51D3D0BA-B3B8-4B94-B16F-C6BBBB37273A}" type="sibTrans" cxnId="{D1949D53-80F2-4D61-B532-0EB9D556F3AE}">
      <dgm:prSet/>
      <dgm:spPr/>
      <dgm:t>
        <a:bodyPr/>
        <a:lstStyle/>
        <a:p>
          <a:endParaRPr lang="en-US"/>
        </a:p>
      </dgm:t>
    </dgm:pt>
    <dgm:pt modelId="{D4DEA857-1E36-4D03-81C9-A9359D535928}">
      <dgm:prSet/>
      <dgm:spPr/>
      <dgm:t>
        <a:bodyPr/>
        <a:lstStyle/>
        <a:p>
          <a:r>
            <a:rPr lang="en-US" dirty="0"/>
            <a:t>Central managed</a:t>
          </a:r>
        </a:p>
      </dgm:t>
    </dgm:pt>
    <dgm:pt modelId="{126450DB-39F1-4EC0-BB3C-34F196629DA5}" type="parTrans" cxnId="{53841012-256F-4723-BC38-D98F00B4A022}">
      <dgm:prSet/>
      <dgm:spPr/>
      <dgm:t>
        <a:bodyPr/>
        <a:lstStyle/>
        <a:p>
          <a:endParaRPr lang="en-US"/>
        </a:p>
      </dgm:t>
    </dgm:pt>
    <dgm:pt modelId="{204D4E84-06DD-4782-AF08-9793FF9CC133}" type="sibTrans" cxnId="{53841012-256F-4723-BC38-D98F00B4A022}">
      <dgm:prSet/>
      <dgm:spPr/>
      <dgm:t>
        <a:bodyPr/>
        <a:lstStyle/>
        <a:p>
          <a:endParaRPr lang="en-US"/>
        </a:p>
      </dgm:t>
    </dgm:pt>
    <dgm:pt modelId="{20D22758-7B51-49CD-BF35-0FC79CD823E9}">
      <dgm:prSet/>
      <dgm:spPr/>
      <dgm:t>
        <a:bodyPr/>
        <a:lstStyle/>
        <a:p>
          <a:r>
            <a:rPr lang="en-US" b="1" dirty="0"/>
            <a:t>Budapest</a:t>
          </a:r>
          <a:r>
            <a:rPr lang="en-US" dirty="0"/>
            <a:t>, </a:t>
          </a:r>
          <a:r>
            <a:rPr lang="en-US" b="1" dirty="0"/>
            <a:t>Sopron</a:t>
          </a:r>
          <a:r>
            <a:rPr lang="en-US" dirty="0"/>
            <a:t>, </a:t>
          </a:r>
          <a:r>
            <a:rPr lang="en-US" b="1" dirty="0"/>
            <a:t>Pécs</a:t>
          </a:r>
          <a:r>
            <a:rPr lang="en-US" dirty="0"/>
            <a:t>, </a:t>
          </a:r>
          <a:r>
            <a:rPr lang="en-US" b="1" u="none" dirty="0" err="1">
              <a:solidFill>
                <a:schemeClr val="tx1"/>
              </a:solidFill>
            </a:rPr>
            <a:t>Szekszárd</a:t>
          </a:r>
          <a:br>
            <a:rPr lang="en-US" dirty="0">
              <a:solidFill>
                <a:srgbClr val="FF0000"/>
              </a:solidFill>
            </a:rPr>
          </a:br>
          <a:endParaRPr lang="en-US" dirty="0">
            <a:solidFill>
              <a:srgbClr val="FF0000"/>
            </a:solidFill>
          </a:endParaRPr>
        </a:p>
      </dgm:t>
    </dgm:pt>
    <dgm:pt modelId="{D02FCEE8-93A1-4D13-9BE1-5283F653ACD9}" type="parTrans" cxnId="{2FE0E504-4154-4A16-8D14-38D03FFEE84C}">
      <dgm:prSet/>
      <dgm:spPr/>
      <dgm:t>
        <a:bodyPr/>
        <a:lstStyle/>
        <a:p>
          <a:endParaRPr lang="en-US"/>
        </a:p>
      </dgm:t>
    </dgm:pt>
    <dgm:pt modelId="{EAC99174-F8F8-4364-B8D7-4D7B8432E9DF}" type="sibTrans" cxnId="{2FE0E504-4154-4A16-8D14-38D03FFEE84C}">
      <dgm:prSet/>
      <dgm:spPr/>
      <dgm:t>
        <a:bodyPr/>
        <a:lstStyle/>
        <a:p>
          <a:endParaRPr lang="en-US"/>
        </a:p>
      </dgm:t>
    </dgm:pt>
    <dgm:pt modelId="{799EC2FF-1CDD-4E74-891C-65DAA33AAF59}" type="pres">
      <dgm:prSet presAssocID="{16269F0E-289D-432E-B117-202A7B74DDF4}" presName="outerComposite" presStyleCnt="0">
        <dgm:presLayoutVars>
          <dgm:chMax val="5"/>
          <dgm:dir/>
          <dgm:resizeHandles val="exact"/>
        </dgm:presLayoutVars>
      </dgm:prSet>
      <dgm:spPr/>
    </dgm:pt>
    <dgm:pt modelId="{B72B9431-1D15-48BD-83AE-D9FF0CA0BB09}" type="pres">
      <dgm:prSet presAssocID="{16269F0E-289D-432E-B117-202A7B74DDF4}" presName="dummyMaxCanvas" presStyleCnt="0">
        <dgm:presLayoutVars/>
      </dgm:prSet>
      <dgm:spPr/>
    </dgm:pt>
    <dgm:pt modelId="{641F21BF-D297-4F54-8AF3-5680C922947A}" type="pres">
      <dgm:prSet presAssocID="{16269F0E-289D-432E-B117-202A7B74DDF4}" presName="FourNodes_1" presStyleLbl="node1" presStyleIdx="0" presStyleCnt="4">
        <dgm:presLayoutVars>
          <dgm:bulletEnabled val="1"/>
        </dgm:presLayoutVars>
      </dgm:prSet>
      <dgm:spPr/>
    </dgm:pt>
    <dgm:pt modelId="{9DCF2F54-DE22-40DF-821E-ADD41530F9BA}" type="pres">
      <dgm:prSet presAssocID="{16269F0E-289D-432E-B117-202A7B74DDF4}" presName="FourNodes_2" presStyleLbl="node1" presStyleIdx="1" presStyleCnt="4">
        <dgm:presLayoutVars>
          <dgm:bulletEnabled val="1"/>
        </dgm:presLayoutVars>
      </dgm:prSet>
      <dgm:spPr/>
    </dgm:pt>
    <dgm:pt modelId="{C911C1D2-18AB-4D02-9400-99D4D6A1806A}" type="pres">
      <dgm:prSet presAssocID="{16269F0E-289D-432E-B117-202A7B74DDF4}" presName="FourNodes_3" presStyleLbl="node1" presStyleIdx="2" presStyleCnt="4">
        <dgm:presLayoutVars>
          <dgm:bulletEnabled val="1"/>
        </dgm:presLayoutVars>
      </dgm:prSet>
      <dgm:spPr/>
    </dgm:pt>
    <dgm:pt modelId="{E4B8EBD6-E1F8-4AFB-9A5F-30D1CEC02EEB}" type="pres">
      <dgm:prSet presAssocID="{16269F0E-289D-432E-B117-202A7B74DDF4}" presName="FourNodes_4" presStyleLbl="node1" presStyleIdx="3" presStyleCnt="4">
        <dgm:presLayoutVars>
          <dgm:bulletEnabled val="1"/>
        </dgm:presLayoutVars>
      </dgm:prSet>
      <dgm:spPr/>
    </dgm:pt>
    <dgm:pt modelId="{3E4B6422-F6F6-47BE-8FBF-9EBAAA9750E8}" type="pres">
      <dgm:prSet presAssocID="{16269F0E-289D-432E-B117-202A7B74DDF4}" presName="FourConn_1-2" presStyleLbl="fgAccFollowNode1" presStyleIdx="0" presStyleCnt="3">
        <dgm:presLayoutVars>
          <dgm:bulletEnabled val="1"/>
        </dgm:presLayoutVars>
      </dgm:prSet>
      <dgm:spPr/>
    </dgm:pt>
    <dgm:pt modelId="{9EF1AAC6-72A4-4881-88FF-957D3022F8E7}" type="pres">
      <dgm:prSet presAssocID="{16269F0E-289D-432E-B117-202A7B74DDF4}" presName="FourConn_2-3" presStyleLbl="fgAccFollowNode1" presStyleIdx="1" presStyleCnt="3">
        <dgm:presLayoutVars>
          <dgm:bulletEnabled val="1"/>
        </dgm:presLayoutVars>
      </dgm:prSet>
      <dgm:spPr/>
    </dgm:pt>
    <dgm:pt modelId="{D5434596-73CF-4989-AFA2-2D9AC386A1C7}" type="pres">
      <dgm:prSet presAssocID="{16269F0E-289D-432E-B117-202A7B74DDF4}" presName="FourConn_3-4" presStyleLbl="fgAccFollowNode1" presStyleIdx="2" presStyleCnt="3">
        <dgm:presLayoutVars>
          <dgm:bulletEnabled val="1"/>
        </dgm:presLayoutVars>
      </dgm:prSet>
      <dgm:spPr/>
    </dgm:pt>
    <dgm:pt modelId="{43D8C99F-C163-4B93-899B-250E0BCB05BD}" type="pres">
      <dgm:prSet presAssocID="{16269F0E-289D-432E-B117-202A7B74DDF4}" presName="FourNodes_1_text" presStyleLbl="node1" presStyleIdx="3" presStyleCnt="4">
        <dgm:presLayoutVars>
          <dgm:bulletEnabled val="1"/>
        </dgm:presLayoutVars>
      </dgm:prSet>
      <dgm:spPr/>
    </dgm:pt>
    <dgm:pt modelId="{D8A3D8C1-AFF3-425A-9FF8-60FD41F9430B}" type="pres">
      <dgm:prSet presAssocID="{16269F0E-289D-432E-B117-202A7B74DDF4}" presName="FourNodes_2_text" presStyleLbl="node1" presStyleIdx="3" presStyleCnt="4">
        <dgm:presLayoutVars>
          <dgm:bulletEnabled val="1"/>
        </dgm:presLayoutVars>
      </dgm:prSet>
      <dgm:spPr/>
    </dgm:pt>
    <dgm:pt modelId="{0D278404-6FA3-462F-AEC9-7A372B533DAF}" type="pres">
      <dgm:prSet presAssocID="{16269F0E-289D-432E-B117-202A7B74DDF4}" presName="FourNodes_3_text" presStyleLbl="node1" presStyleIdx="3" presStyleCnt="4">
        <dgm:presLayoutVars>
          <dgm:bulletEnabled val="1"/>
        </dgm:presLayoutVars>
      </dgm:prSet>
      <dgm:spPr/>
    </dgm:pt>
    <dgm:pt modelId="{78FBE486-017F-41E6-BC51-BBB41F1231C1}" type="pres">
      <dgm:prSet presAssocID="{16269F0E-289D-432E-B117-202A7B74DDF4}" presName="FourNodes_4_text" presStyleLbl="node1" presStyleIdx="3" presStyleCnt="4">
        <dgm:presLayoutVars>
          <dgm:bulletEnabled val="1"/>
        </dgm:presLayoutVars>
      </dgm:prSet>
      <dgm:spPr/>
    </dgm:pt>
  </dgm:ptLst>
  <dgm:cxnLst>
    <dgm:cxn modelId="{2FE0E504-4154-4A16-8D14-38D03FFEE84C}" srcId="{16269F0E-289D-432E-B117-202A7B74DDF4}" destId="{20D22758-7B51-49CD-BF35-0FC79CD823E9}" srcOrd="3" destOrd="0" parTransId="{D02FCEE8-93A1-4D13-9BE1-5283F653ACD9}" sibTransId="{EAC99174-F8F8-4364-B8D7-4D7B8432E9DF}"/>
    <dgm:cxn modelId="{49D4990B-05A5-44DC-9523-FC8513EADA60}" type="presOf" srcId="{DABD7DD3-3CAD-4205-951C-FFFE3A3DC756}" destId="{3E4B6422-F6F6-47BE-8FBF-9EBAAA9750E8}" srcOrd="0" destOrd="0" presId="urn:microsoft.com/office/officeart/2005/8/layout/vProcess5"/>
    <dgm:cxn modelId="{53841012-256F-4723-BC38-D98F00B4A022}" srcId="{16269F0E-289D-432E-B117-202A7B74DDF4}" destId="{D4DEA857-1E36-4D03-81C9-A9359D535928}" srcOrd="2" destOrd="0" parTransId="{126450DB-39F1-4EC0-BB3C-34F196629DA5}" sibTransId="{204D4E84-06DD-4782-AF08-9793FF9CC133}"/>
    <dgm:cxn modelId="{ED7F821A-E194-451C-ADEA-A700513E1056}" type="presOf" srcId="{16269F0E-289D-432E-B117-202A7B74DDF4}" destId="{799EC2FF-1CDD-4E74-891C-65DAA33AAF59}" srcOrd="0" destOrd="0" presId="urn:microsoft.com/office/officeart/2005/8/layout/vProcess5"/>
    <dgm:cxn modelId="{92548335-2356-48D2-BB42-0428326958CA}" type="presOf" srcId="{6443C792-271C-413B-A188-CDDDA083DA06}" destId="{9DCF2F54-DE22-40DF-821E-ADD41530F9BA}" srcOrd="0" destOrd="0" presId="urn:microsoft.com/office/officeart/2005/8/layout/vProcess5"/>
    <dgm:cxn modelId="{55B81139-5AC0-4140-99D4-8C574EE5BC9A}" type="presOf" srcId="{6443C792-271C-413B-A188-CDDDA083DA06}" destId="{D8A3D8C1-AFF3-425A-9FF8-60FD41F9430B}" srcOrd="1" destOrd="0" presId="urn:microsoft.com/office/officeart/2005/8/layout/vProcess5"/>
    <dgm:cxn modelId="{84AD6F3E-36CC-4F4B-AC8E-A0BA804F3440}" srcId="{16269F0E-289D-432E-B117-202A7B74DDF4}" destId="{CC8AAF34-AE2B-48DB-981A-9D76EAECD76F}" srcOrd="0" destOrd="0" parTransId="{EEF75074-BB6F-4145-A4B4-72B1DE78816A}" sibTransId="{DABD7DD3-3CAD-4205-951C-FFFE3A3DC756}"/>
    <dgm:cxn modelId="{2F0E3448-344D-4433-85D5-5CBBC1EFE968}" type="presOf" srcId="{204D4E84-06DD-4782-AF08-9793FF9CC133}" destId="{D5434596-73CF-4989-AFA2-2D9AC386A1C7}" srcOrd="0" destOrd="0" presId="urn:microsoft.com/office/officeart/2005/8/layout/vProcess5"/>
    <dgm:cxn modelId="{D1949D53-80F2-4D61-B532-0EB9D556F3AE}" srcId="{16269F0E-289D-432E-B117-202A7B74DDF4}" destId="{6443C792-271C-413B-A188-CDDDA083DA06}" srcOrd="1" destOrd="0" parTransId="{49F58C4B-C70F-4107-8E17-8A720AD96802}" sibTransId="{51D3D0BA-B3B8-4B94-B16F-C6BBBB37273A}"/>
    <dgm:cxn modelId="{93134F95-90D2-47FC-A85E-E2E70BA5D337}" type="presOf" srcId="{CC8AAF34-AE2B-48DB-981A-9D76EAECD76F}" destId="{641F21BF-D297-4F54-8AF3-5680C922947A}" srcOrd="0" destOrd="0" presId="urn:microsoft.com/office/officeart/2005/8/layout/vProcess5"/>
    <dgm:cxn modelId="{AFC86497-9D84-4202-8743-8FABB8D4D1DC}" type="presOf" srcId="{51D3D0BA-B3B8-4B94-B16F-C6BBBB37273A}" destId="{9EF1AAC6-72A4-4881-88FF-957D3022F8E7}" srcOrd="0" destOrd="0" presId="urn:microsoft.com/office/officeart/2005/8/layout/vProcess5"/>
    <dgm:cxn modelId="{E39C77B1-80DF-47EF-95F9-A1C177193329}" type="presOf" srcId="{D4DEA857-1E36-4D03-81C9-A9359D535928}" destId="{C911C1D2-18AB-4D02-9400-99D4D6A1806A}" srcOrd="0" destOrd="0" presId="urn:microsoft.com/office/officeart/2005/8/layout/vProcess5"/>
    <dgm:cxn modelId="{19A32CC3-81DA-4216-B501-B6F6D34B42AE}" type="presOf" srcId="{20D22758-7B51-49CD-BF35-0FC79CD823E9}" destId="{78FBE486-017F-41E6-BC51-BBB41F1231C1}" srcOrd="1" destOrd="0" presId="urn:microsoft.com/office/officeart/2005/8/layout/vProcess5"/>
    <dgm:cxn modelId="{A3AB45DD-C6EC-4E98-A2DB-F71917BB4CEC}" type="presOf" srcId="{20D22758-7B51-49CD-BF35-0FC79CD823E9}" destId="{E4B8EBD6-E1F8-4AFB-9A5F-30D1CEC02EEB}" srcOrd="0" destOrd="0" presId="urn:microsoft.com/office/officeart/2005/8/layout/vProcess5"/>
    <dgm:cxn modelId="{AAC723E8-E004-445A-9D6A-55F27A0CE972}" type="presOf" srcId="{CC8AAF34-AE2B-48DB-981A-9D76EAECD76F}" destId="{43D8C99F-C163-4B93-899B-250E0BCB05BD}" srcOrd="1" destOrd="0" presId="urn:microsoft.com/office/officeart/2005/8/layout/vProcess5"/>
    <dgm:cxn modelId="{939D12EA-789E-4527-AD9B-19C7306238E0}" type="presOf" srcId="{D4DEA857-1E36-4D03-81C9-A9359D535928}" destId="{0D278404-6FA3-462F-AEC9-7A372B533DAF}" srcOrd="1" destOrd="0" presId="urn:microsoft.com/office/officeart/2005/8/layout/vProcess5"/>
    <dgm:cxn modelId="{578934E7-FE39-4877-817D-1256E7547BE7}" type="presParOf" srcId="{799EC2FF-1CDD-4E74-891C-65DAA33AAF59}" destId="{B72B9431-1D15-48BD-83AE-D9FF0CA0BB09}" srcOrd="0" destOrd="0" presId="urn:microsoft.com/office/officeart/2005/8/layout/vProcess5"/>
    <dgm:cxn modelId="{D893C35B-A8A9-4BCE-B419-9585C0E9719C}" type="presParOf" srcId="{799EC2FF-1CDD-4E74-891C-65DAA33AAF59}" destId="{641F21BF-D297-4F54-8AF3-5680C922947A}" srcOrd="1" destOrd="0" presId="urn:microsoft.com/office/officeart/2005/8/layout/vProcess5"/>
    <dgm:cxn modelId="{5045C2D7-A76C-486F-A3A1-782D4DF95D8A}" type="presParOf" srcId="{799EC2FF-1CDD-4E74-891C-65DAA33AAF59}" destId="{9DCF2F54-DE22-40DF-821E-ADD41530F9BA}" srcOrd="2" destOrd="0" presId="urn:microsoft.com/office/officeart/2005/8/layout/vProcess5"/>
    <dgm:cxn modelId="{A381FFC3-670D-4EC4-8DE0-F6C526153088}" type="presParOf" srcId="{799EC2FF-1CDD-4E74-891C-65DAA33AAF59}" destId="{C911C1D2-18AB-4D02-9400-99D4D6A1806A}" srcOrd="3" destOrd="0" presId="urn:microsoft.com/office/officeart/2005/8/layout/vProcess5"/>
    <dgm:cxn modelId="{E0521755-F779-4EBF-8592-ACB26925D57F}" type="presParOf" srcId="{799EC2FF-1CDD-4E74-891C-65DAA33AAF59}" destId="{E4B8EBD6-E1F8-4AFB-9A5F-30D1CEC02EEB}" srcOrd="4" destOrd="0" presId="urn:microsoft.com/office/officeart/2005/8/layout/vProcess5"/>
    <dgm:cxn modelId="{A75B7F00-F3C8-4CDE-B086-70091BAF28C7}" type="presParOf" srcId="{799EC2FF-1CDD-4E74-891C-65DAA33AAF59}" destId="{3E4B6422-F6F6-47BE-8FBF-9EBAAA9750E8}" srcOrd="5" destOrd="0" presId="urn:microsoft.com/office/officeart/2005/8/layout/vProcess5"/>
    <dgm:cxn modelId="{57F0D484-3EB7-4599-80D5-05A10EB46133}" type="presParOf" srcId="{799EC2FF-1CDD-4E74-891C-65DAA33AAF59}" destId="{9EF1AAC6-72A4-4881-88FF-957D3022F8E7}" srcOrd="6" destOrd="0" presId="urn:microsoft.com/office/officeart/2005/8/layout/vProcess5"/>
    <dgm:cxn modelId="{BD04376A-B8E1-4028-B9EA-AB4CA50A15A5}" type="presParOf" srcId="{799EC2FF-1CDD-4E74-891C-65DAA33AAF59}" destId="{D5434596-73CF-4989-AFA2-2D9AC386A1C7}" srcOrd="7" destOrd="0" presId="urn:microsoft.com/office/officeart/2005/8/layout/vProcess5"/>
    <dgm:cxn modelId="{5E4BDE38-E07F-453B-B827-28886F6FB1D5}" type="presParOf" srcId="{799EC2FF-1CDD-4E74-891C-65DAA33AAF59}" destId="{43D8C99F-C163-4B93-899B-250E0BCB05BD}" srcOrd="8" destOrd="0" presId="urn:microsoft.com/office/officeart/2005/8/layout/vProcess5"/>
    <dgm:cxn modelId="{BE483A22-93A2-4AB8-AFBC-6D2B8E2B1AB9}" type="presParOf" srcId="{799EC2FF-1CDD-4E74-891C-65DAA33AAF59}" destId="{D8A3D8C1-AFF3-425A-9FF8-60FD41F9430B}" srcOrd="9" destOrd="0" presId="urn:microsoft.com/office/officeart/2005/8/layout/vProcess5"/>
    <dgm:cxn modelId="{4E20F8CB-11EA-477B-B2F6-8C913984789E}" type="presParOf" srcId="{799EC2FF-1CDD-4E74-891C-65DAA33AAF59}" destId="{0D278404-6FA3-462F-AEC9-7A372B533DAF}" srcOrd="10" destOrd="0" presId="urn:microsoft.com/office/officeart/2005/8/layout/vProcess5"/>
    <dgm:cxn modelId="{E29E60CC-A235-4A13-9F67-18CFE2E85344}" type="presParOf" srcId="{799EC2FF-1CDD-4E74-891C-65DAA33AAF59}" destId="{78FBE486-017F-41E6-BC51-BBB41F1231C1}"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7DBCA5-5FFA-427B-BD76-1DF0B17F28B4}" type="doc">
      <dgm:prSet loTypeId="urn:microsoft.com/office/officeart/2016/7/layout/LinearBlockProcessNumbered" loCatId="process" qsTypeId="urn:microsoft.com/office/officeart/2005/8/quickstyle/simple4" qsCatId="simple" csTypeId="urn:microsoft.com/office/officeart/2005/8/colors/accent0_3" csCatId="mainScheme" phldr="1"/>
      <dgm:spPr/>
      <dgm:t>
        <a:bodyPr/>
        <a:lstStyle/>
        <a:p>
          <a:endParaRPr lang="en-US"/>
        </a:p>
      </dgm:t>
    </dgm:pt>
    <dgm:pt modelId="{0DEAFB7C-FE1B-48C6-973F-F26A5AAF779F}">
      <dgm:prSet/>
      <dgm:spPr/>
      <dgm:t>
        <a:bodyPr/>
        <a:lstStyle/>
        <a:p>
          <a:r>
            <a:rPr lang="en-US" dirty="0"/>
            <a:t>Each city is on its own subnet</a:t>
          </a:r>
        </a:p>
      </dgm:t>
    </dgm:pt>
    <dgm:pt modelId="{4A30F528-8269-438F-8511-3564E3113D5C}" type="parTrans" cxnId="{04D55433-9A1E-49A0-8857-52F78CF55C89}">
      <dgm:prSet/>
      <dgm:spPr/>
      <dgm:t>
        <a:bodyPr/>
        <a:lstStyle/>
        <a:p>
          <a:endParaRPr lang="en-US"/>
        </a:p>
      </dgm:t>
    </dgm:pt>
    <dgm:pt modelId="{32AA214F-2703-4EAB-8094-C26EBB7F94E4}" type="sibTrans" cxnId="{04D55433-9A1E-49A0-8857-52F78CF55C89}">
      <dgm:prSet phldrT="01" phldr="0"/>
      <dgm:spPr/>
      <dgm:t>
        <a:bodyPr/>
        <a:lstStyle/>
        <a:p>
          <a:r>
            <a:rPr lang="en-US"/>
            <a:t>01</a:t>
          </a:r>
        </a:p>
      </dgm:t>
    </dgm:pt>
    <dgm:pt modelId="{EC8B00FF-8C83-4017-B1F2-536014034442}">
      <dgm:prSet/>
      <dgm:spPr/>
      <dgm:t>
        <a:bodyPr/>
        <a:lstStyle/>
        <a:p>
          <a:r>
            <a:rPr lang="en-US" dirty="0"/>
            <a:t>Redundant and secure network architecture</a:t>
          </a:r>
        </a:p>
      </dgm:t>
    </dgm:pt>
    <dgm:pt modelId="{545E98AF-BC42-4025-BA05-D616EDD9239A}" type="parTrans" cxnId="{9D83F618-E670-4797-BAAA-FAEFD4B5D799}">
      <dgm:prSet/>
      <dgm:spPr/>
      <dgm:t>
        <a:bodyPr/>
        <a:lstStyle/>
        <a:p>
          <a:endParaRPr lang="en-US"/>
        </a:p>
      </dgm:t>
    </dgm:pt>
    <dgm:pt modelId="{23D8A279-2939-477B-8677-3F410D9D1FC0}" type="sibTrans" cxnId="{9D83F618-E670-4797-BAAA-FAEFD4B5D799}">
      <dgm:prSet phldrT="02" phldr="0"/>
      <dgm:spPr/>
      <dgm:t>
        <a:bodyPr/>
        <a:lstStyle/>
        <a:p>
          <a:r>
            <a:rPr lang="en-US"/>
            <a:t>02</a:t>
          </a:r>
        </a:p>
      </dgm:t>
    </dgm:pt>
    <dgm:pt modelId="{9011829C-20FF-4AA2-B450-A4D91482AE29}">
      <dgm:prSet/>
      <dgm:spPr/>
      <dgm:t>
        <a:bodyPr/>
        <a:lstStyle/>
        <a:p>
          <a:pPr>
            <a:buNone/>
          </a:pPr>
          <a:r>
            <a:rPr lang="en-US" dirty="0"/>
            <a:t>Unified DNS and logical IP structure</a:t>
          </a:r>
        </a:p>
      </dgm:t>
    </dgm:pt>
    <dgm:pt modelId="{8D3935A3-6A57-4D91-89FD-AD0549BA21A1}" type="parTrans" cxnId="{42B0A65E-EA8C-4C95-AD06-D9670E0702A9}">
      <dgm:prSet/>
      <dgm:spPr/>
      <dgm:t>
        <a:bodyPr/>
        <a:lstStyle/>
        <a:p>
          <a:endParaRPr lang="en-US"/>
        </a:p>
      </dgm:t>
    </dgm:pt>
    <dgm:pt modelId="{74C745D2-3E89-47ED-842C-7342531F682C}" type="sibTrans" cxnId="{42B0A65E-EA8C-4C95-AD06-D9670E0702A9}">
      <dgm:prSet phldrT="03" phldr="0"/>
      <dgm:spPr/>
      <dgm:t>
        <a:bodyPr/>
        <a:lstStyle/>
        <a:p>
          <a:r>
            <a:rPr lang="en-US"/>
            <a:t>03</a:t>
          </a:r>
        </a:p>
      </dgm:t>
    </dgm:pt>
    <dgm:pt modelId="{B0382F4F-7A6A-4623-92FD-4E9CD6C87040}">
      <dgm:prSet/>
      <dgm:spPr/>
      <dgm:t>
        <a:bodyPr/>
        <a:lstStyle/>
        <a:p>
          <a:r>
            <a:rPr lang="en-US" dirty="0"/>
            <a:t>Stable connection between the casinos</a:t>
          </a:r>
        </a:p>
      </dgm:t>
    </dgm:pt>
    <dgm:pt modelId="{D6E1BBD6-043A-45B2-B453-057F209D2388}" type="parTrans" cxnId="{89456EEF-CAF7-4CB8-B4E1-1035A60D9DD9}">
      <dgm:prSet/>
      <dgm:spPr/>
      <dgm:t>
        <a:bodyPr/>
        <a:lstStyle/>
        <a:p>
          <a:endParaRPr lang="en-US"/>
        </a:p>
      </dgm:t>
    </dgm:pt>
    <dgm:pt modelId="{05BEE129-9FE9-4230-AEBA-AB13BBEC1970}" type="sibTrans" cxnId="{89456EEF-CAF7-4CB8-B4E1-1035A60D9DD9}">
      <dgm:prSet phldrT="04" phldr="0"/>
      <dgm:spPr/>
      <dgm:t>
        <a:bodyPr/>
        <a:lstStyle/>
        <a:p>
          <a:r>
            <a:rPr lang="en-US"/>
            <a:t>04</a:t>
          </a:r>
        </a:p>
      </dgm:t>
    </dgm:pt>
    <dgm:pt modelId="{7196DA6F-E97D-4C91-B682-01C807CA8B7C}" type="pres">
      <dgm:prSet presAssocID="{EF7DBCA5-5FFA-427B-BD76-1DF0B17F28B4}" presName="Name0" presStyleCnt="0">
        <dgm:presLayoutVars>
          <dgm:animLvl val="lvl"/>
          <dgm:resizeHandles val="exact"/>
        </dgm:presLayoutVars>
      </dgm:prSet>
      <dgm:spPr/>
    </dgm:pt>
    <dgm:pt modelId="{10C1105F-ED0E-4196-9F92-8720D73CEDDC}" type="pres">
      <dgm:prSet presAssocID="{0DEAFB7C-FE1B-48C6-973F-F26A5AAF779F}" presName="compositeNode" presStyleCnt="0">
        <dgm:presLayoutVars>
          <dgm:bulletEnabled val="1"/>
        </dgm:presLayoutVars>
      </dgm:prSet>
      <dgm:spPr/>
    </dgm:pt>
    <dgm:pt modelId="{837CBF36-3658-4D6E-A95C-B3D9065CA43C}" type="pres">
      <dgm:prSet presAssocID="{0DEAFB7C-FE1B-48C6-973F-F26A5AAF779F}" presName="bgRect" presStyleLbl="alignNode1" presStyleIdx="0" presStyleCnt="4"/>
      <dgm:spPr/>
    </dgm:pt>
    <dgm:pt modelId="{95FE7BD5-C1E2-4111-89E1-DD274CB9501C}" type="pres">
      <dgm:prSet presAssocID="{32AA214F-2703-4EAB-8094-C26EBB7F94E4}" presName="sibTransNodeRect" presStyleLbl="alignNode1" presStyleIdx="0" presStyleCnt="4">
        <dgm:presLayoutVars>
          <dgm:chMax val="0"/>
          <dgm:bulletEnabled val="1"/>
        </dgm:presLayoutVars>
      </dgm:prSet>
      <dgm:spPr/>
    </dgm:pt>
    <dgm:pt modelId="{1C39FCEF-8ACC-45E1-8333-493D6D8A69C1}" type="pres">
      <dgm:prSet presAssocID="{0DEAFB7C-FE1B-48C6-973F-F26A5AAF779F}" presName="nodeRect" presStyleLbl="alignNode1" presStyleIdx="0" presStyleCnt="4">
        <dgm:presLayoutVars>
          <dgm:bulletEnabled val="1"/>
        </dgm:presLayoutVars>
      </dgm:prSet>
      <dgm:spPr/>
    </dgm:pt>
    <dgm:pt modelId="{BA505EAA-FA34-4383-B753-3814CC1D2FD2}" type="pres">
      <dgm:prSet presAssocID="{32AA214F-2703-4EAB-8094-C26EBB7F94E4}" presName="sibTrans" presStyleCnt="0"/>
      <dgm:spPr/>
    </dgm:pt>
    <dgm:pt modelId="{1EB9E20C-D355-4154-AB75-3B8F4524EFE7}" type="pres">
      <dgm:prSet presAssocID="{EC8B00FF-8C83-4017-B1F2-536014034442}" presName="compositeNode" presStyleCnt="0">
        <dgm:presLayoutVars>
          <dgm:bulletEnabled val="1"/>
        </dgm:presLayoutVars>
      </dgm:prSet>
      <dgm:spPr/>
    </dgm:pt>
    <dgm:pt modelId="{5D2FF57A-15F6-4657-8AF3-1A8A38C2300D}" type="pres">
      <dgm:prSet presAssocID="{EC8B00FF-8C83-4017-B1F2-536014034442}" presName="bgRect" presStyleLbl="alignNode1" presStyleIdx="1" presStyleCnt="4"/>
      <dgm:spPr/>
    </dgm:pt>
    <dgm:pt modelId="{54020DF4-69FC-45BF-822E-C214527AB6A1}" type="pres">
      <dgm:prSet presAssocID="{23D8A279-2939-477B-8677-3F410D9D1FC0}" presName="sibTransNodeRect" presStyleLbl="alignNode1" presStyleIdx="1" presStyleCnt="4">
        <dgm:presLayoutVars>
          <dgm:chMax val="0"/>
          <dgm:bulletEnabled val="1"/>
        </dgm:presLayoutVars>
      </dgm:prSet>
      <dgm:spPr/>
    </dgm:pt>
    <dgm:pt modelId="{9285B2B2-918B-42D0-B831-CF0F4477C9B5}" type="pres">
      <dgm:prSet presAssocID="{EC8B00FF-8C83-4017-B1F2-536014034442}" presName="nodeRect" presStyleLbl="alignNode1" presStyleIdx="1" presStyleCnt="4">
        <dgm:presLayoutVars>
          <dgm:bulletEnabled val="1"/>
        </dgm:presLayoutVars>
      </dgm:prSet>
      <dgm:spPr/>
    </dgm:pt>
    <dgm:pt modelId="{01952C0E-D5F1-4355-B456-DBC51D518D6E}" type="pres">
      <dgm:prSet presAssocID="{23D8A279-2939-477B-8677-3F410D9D1FC0}" presName="sibTrans" presStyleCnt="0"/>
      <dgm:spPr/>
    </dgm:pt>
    <dgm:pt modelId="{B939103B-632F-4E9D-A077-AA2E87E914C9}" type="pres">
      <dgm:prSet presAssocID="{9011829C-20FF-4AA2-B450-A4D91482AE29}" presName="compositeNode" presStyleCnt="0">
        <dgm:presLayoutVars>
          <dgm:bulletEnabled val="1"/>
        </dgm:presLayoutVars>
      </dgm:prSet>
      <dgm:spPr/>
    </dgm:pt>
    <dgm:pt modelId="{FC03230E-8814-4756-9E10-B28BF0E71212}" type="pres">
      <dgm:prSet presAssocID="{9011829C-20FF-4AA2-B450-A4D91482AE29}" presName="bgRect" presStyleLbl="alignNode1" presStyleIdx="2" presStyleCnt="4"/>
      <dgm:spPr/>
    </dgm:pt>
    <dgm:pt modelId="{E861108A-FEE7-4133-A33B-4176CCD807C4}" type="pres">
      <dgm:prSet presAssocID="{74C745D2-3E89-47ED-842C-7342531F682C}" presName="sibTransNodeRect" presStyleLbl="alignNode1" presStyleIdx="2" presStyleCnt="4">
        <dgm:presLayoutVars>
          <dgm:chMax val="0"/>
          <dgm:bulletEnabled val="1"/>
        </dgm:presLayoutVars>
      </dgm:prSet>
      <dgm:spPr/>
    </dgm:pt>
    <dgm:pt modelId="{228AB815-E11E-4B2D-979C-8FA712AE93D4}" type="pres">
      <dgm:prSet presAssocID="{9011829C-20FF-4AA2-B450-A4D91482AE29}" presName="nodeRect" presStyleLbl="alignNode1" presStyleIdx="2" presStyleCnt="4">
        <dgm:presLayoutVars>
          <dgm:bulletEnabled val="1"/>
        </dgm:presLayoutVars>
      </dgm:prSet>
      <dgm:spPr/>
    </dgm:pt>
    <dgm:pt modelId="{0A09A4C0-9CA9-4BD3-8D03-4785104673ED}" type="pres">
      <dgm:prSet presAssocID="{74C745D2-3E89-47ED-842C-7342531F682C}" presName="sibTrans" presStyleCnt="0"/>
      <dgm:spPr/>
    </dgm:pt>
    <dgm:pt modelId="{AE74BDF8-B76F-434D-88B6-4D4BC163A735}" type="pres">
      <dgm:prSet presAssocID="{B0382F4F-7A6A-4623-92FD-4E9CD6C87040}" presName="compositeNode" presStyleCnt="0">
        <dgm:presLayoutVars>
          <dgm:bulletEnabled val="1"/>
        </dgm:presLayoutVars>
      </dgm:prSet>
      <dgm:spPr/>
    </dgm:pt>
    <dgm:pt modelId="{D23A47F1-F1E0-4BFC-A100-9BF15E7D72AD}" type="pres">
      <dgm:prSet presAssocID="{B0382F4F-7A6A-4623-92FD-4E9CD6C87040}" presName="bgRect" presStyleLbl="alignNode1" presStyleIdx="3" presStyleCnt="4"/>
      <dgm:spPr/>
    </dgm:pt>
    <dgm:pt modelId="{485C6E07-9D68-4605-9FAF-356541887627}" type="pres">
      <dgm:prSet presAssocID="{05BEE129-9FE9-4230-AEBA-AB13BBEC1970}" presName="sibTransNodeRect" presStyleLbl="alignNode1" presStyleIdx="3" presStyleCnt="4">
        <dgm:presLayoutVars>
          <dgm:chMax val="0"/>
          <dgm:bulletEnabled val="1"/>
        </dgm:presLayoutVars>
      </dgm:prSet>
      <dgm:spPr/>
    </dgm:pt>
    <dgm:pt modelId="{B673DDE6-4A48-4053-ABDB-1EBCC57A7DBA}" type="pres">
      <dgm:prSet presAssocID="{B0382F4F-7A6A-4623-92FD-4E9CD6C87040}" presName="nodeRect" presStyleLbl="alignNode1" presStyleIdx="3" presStyleCnt="4">
        <dgm:presLayoutVars>
          <dgm:bulletEnabled val="1"/>
        </dgm:presLayoutVars>
      </dgm:prSet>
      <dgm:spPr/>
    </dgm:pt>
  </dgm:ptLst>
  <dgm:cxnLst>
    <dgm:cxn modelId="{9D83F618-E670-4797-BAAA-FAEFD4B5D799}" srcId="{EF7DBCA5-5FFA-427B-BD76-1DF0B17F28B4}" destId="{EC8B00FF-8C83-4017-B1F2-536014034442}" srcOrd="1" destOrd="0" parTransId="{545E98AF-BC42-4025-BA05-D616EDD9239A}" sibTransId="{23D8A279-2939-477B-8677-3F410D9D1FC0}"/>
    <dgm:cxn modelId="{090C2929-DC67-4958-939F-9089AEB87880}" type="presOf" srcId="{B0382F4F-7A6A-4623-92FD-4E9CD6C87040}" destId="{D23A47F1-F1E0-4BFC-A100-9BF15E7D72AD}" srcOrd="0" destOrd="0" presId="urn:microsoft.com/office/officeart/2016/7/layout/LinearBlockProcessNumbered"/>
    <dgm:cxn modelId="{CAF0022A-84BF-42AC-B9ED-5D83B8555D4D}" type="presOf" srcId="{9011829C-20FF-4AA2-B450-A4D91482AE29}" destId="{FC03230E-8814-4756-9E10-B28BF0E71212}" srcOrd="0" destOrd="0" presId="urn:microsoft.com/office/officeart/2016/7/layout/LinearBlockProcessNumbered"/>
    <dgm:cxn modelId="{04D55433-9A1E-49A0-8857-52F78CF55C89}" srcId="{EF7DBCA5-5FFA-427B-BD76-1DF0B17F28B4}" destId="{0DEAFB7C-FE1B-48C6-973F-F26A5AAF779F}" srcOrd="0" destOrd="0" parTransId="{4A30F528-8269-438F-8511-3564E3113D5C}" sibTransId="{32AA214F-2703-4EAB-8094-C26EBB7F94E4}"/>
    <dgm:cxn modelId="{0CB17B5E-2749-446C-A860-B8E8DFD5CAA8}" type="presOf" srcId="{EC8B00FF-8C83-4017-B1F2-536014034442}" destId="{9285B2B2-918B-42D0-B831-CF0F4477C9B5}" srcOrd="1" destOrd="0" presId="urn:microsoft.com/office/officeart/2016/7/layout/LinearBlockProcessNumbered"/>
    <dgm:cxn modelId="{42B0A65E-EA8C-4C95-AD06-D9670E0702A9}" srcId="{EF7DBCA5-5FFA-427B-BD76-1DF0B17F28B4}" destId="{9011829C-20FF-4AA2-B450-A4D91482AE29}" srcOrd="2" destOrd="0" parTransId="{8D3935A3-6A57-4D91-89FD-AD0549BA21A1}" sibTransId="{74C745D2-3E89-47ED-842C-7342531F682C}"/>
    <dgm:cxn modelId="{8082396E-810A-46E7-86BE-CD8B04616A00}" type="presOf" srcId="{B0382F4F-7A6A-4623-92FD-4E9CD6C87040}" destId="{B673DDE6-4A48-4053-ABDB-1EBCC57A7DBA}" srcOrd="1" destOrd="0" presId="urn:microsoft.com/office/officeart/2016/7/layout/LinearBlockProcessNumbered"/>
    <dgm:cxn modelId="{604CF64F-8A13-4F5D-814A-0ED10E217926}" type="presOf" srcId="{0DEAFB7C-FE1B-48C6-973F-F26A5AAF779F}" destId="{837CBF36-3658-4D6E-A95C-B3D9065CA43C}" srcOrd="0" destOrd="0" presId="urn:microsoft.com/office/officeart/2016/7/layout/LinearBlockProcessNumbered"/>
    <dgm:cxn modelId="{614A168B-21F7-423A-9955-C89C9AD2B2D2}" type="presOf" srcId="{EC8B00FF-8C83-4017-B1F2-536014034442}" destId="{5D2FF57A-15F6-4657-8AF3-1A8A38C2300D}" srcOrd="0" destOrd="0" presId="urn:microsoft.com/office/officeart/2016/7/layout/LinearBlockProcessNumbered"/>
    <dgm:cxn modelId="{C53D9C92-DD34-438A-B89E-FE5FAC8B7166}" type="presOf" srcId="{EF7DBCA5-5FFA-427B-BD76-1DF0B17F28B4}" destId="{7196DA6F-E97D-4C91-B682-01C807CA8B7C}" srcOrd="0" destOrd="0" presId="urn:microsoft.com/office/officeart/2016/7/layout/LinearBlockProcessNumbered"/>
    <dgm:cxn modelId="{1643B3A3-382A-4D05-805A-F0C00DAA094C}" type="presOf" srcId="{74C745D2-3E89-47ED-842C-7342531F682C}" destId="{E861108A-FEE7-4133-A33B-4176CCD807C4}" srcOrd="0" destOrd="0" presId="urn:microsoft.com/office/officeart/2016/7/layout/LinearBlockProcessNumbered"/>
    <dgm:cxn modelId="{1506A5AD-729A-45FC-AC6D-2724FC39A264}" type="presOf" srcId="{9011829C-20FF-4AA2-B450-A4D91482AE29}" destId="{228AB815-E11E-4B2D-979C-8FA712AE93D4}" srcOrd="1" destOrd="0" presId="urn:microsoft.com/office/officeart/2016/7/layout/LinearBlockProcessNumbered"/>
    <dgm:cxn modelId="{E4E69FC4-46AD-4594-9302-9F2E7E3596F4}" type="presOf" srcId="{32AA214F-2703-4EAB-8094-C26EBB7F94E4}" destId="{95FE7BD5-C1E2-4111-89E1-DD274CB9501C}" srcOrd="0" destOrd="0" presId="urn:microsoft.com/office/officeart/2016/7/layout/LinearBlockProcessNumbered"/>
    <dgm:cxn modelId="{7169E9D0-FB1D-4AA3-B062-BF4C6C8B7C2F}" type="presOf" srcId="{23D8A279-2939-477B-8677-3F410D9D1FC0}" destId="{54020DF4-69FC-45BF-822E-C214527AB6A1}" srcOrd="0" destOrd="0" presId="urn:microsoft.com/office/officeart/2016/7/layout/LinearBlockProcessNumbered"/>
    <dgm:cxn modelId="{2F6EA4E1-256A-4C27-BA61-E426F523577F}" type="presOf" srcId="{0DEAFB7C-FE1B-48C6-973F-F26A5AAF779F}" destId="{1C39FCEF-8ACC-45E1-8333-493D6D8A69C1}" srcOrd="1" destOrd="0" presId="urn:microsoft.com/office/officeart/2016/7/layout/LinearBlockProcessNumbered"/>
    <dgm:cxn modelId="{E3E1E4E5-941C-4081-867C-51AB86D162A6}" type="presOf" srcId="{05BEE129-9FE9-4230-AEBA-AB13BBEC1970}" destId="{485C6E07-9D68-4605-9FAF-356541887627}" srcOrd="0" destOrd="0" presId="urn:microsoft.com/office/officeart/2016/7/layout/LinearBlockProcessNumbered"/>
    <dgm:cxn modelId="{89456EEF-CAF7-4CB8-B4E1-1035A60D9DD9}" srcId="{EF7DBCA5-5FFA-427B-BD76-1DF0B17F28B4}" destId="{B0382F4F-7A6A-4623-92FD-4E9CD6C87040}" srcOrd="3" destOrd="0" parTransId="{D6E1BBD6-043A-45B2-B453-057F209D2388}" sibTransId="{05BEE129-9FE9-4230-AEBA-AB13BBEC1970}"/>
    <dgm:cxn modelId="{EDFEC68D-26D9-416C-87CD-488380916893}" type="presParOf" srcId="{7196DA6F-E97D-4C91-B682-01C807CA8B7C}" destId="{10C1105F-ED0E-4196-9F92-8720D73CEDDC}" srcOrd="0" destOrd="0" presId="urn:microsoft.com/office/officeart/2016/7/layout/LinearBlockProcessNumbered"/>
    <dgm:cxn modelId="{FE912228-1C5F-47DF-AA69-35196FBB78D8}" type="presParOf" srcId="{10C1105F-ED0E-4196-9F92-8720D73CEDDC}" destId="{837CBF36-3658-4D6E-A95C-B3D9065CA43C}" srcOrd="0" destOrd="0" presId="urn:microsoft.com/office/officeart/2016/7/layout/LinearBlockProcessNumbered"/>
    <dgm:cxn modelId="{26B6670C-B764-4DD0-9844-D771897B6596}" type="presParOf" srcId="{10C1105F-ED0E-4196-9F92-8720D73CEDDC}" destId="{95FE7BD5-C1E2-4111-89E1-DD274CB9501C}" srcOrd="1" destOrd="0" presId="urn:microsoft.com/office/officeart/2016/7/layout/LinearBlockProcessNumbered"/>
    <dgm:cxn modelId="{FD2E6078-FAFE-4638-8C68-D0435889B4C8}" type="presParOf" srcId="{10C1105F-ED0E-4196-9F92-8720D73CEDDC}" destId="{1C39FCEF-8ACC-45E1-8333-493D6D8A69C1}" srcOrd="2" destOrd="0" presId="urn:microsoft.com/office/officeart/2016/7/layout/LinearBlockProcessNumbered"/>
    <dgm:cxn modelId="{1F1F89A6-AE5B-46C4-84BF-914B4FD1BE25}" type="presParOf" srcId="{7196DA6F-E97D-4C91-B682-01C807CA8B7C}" destId="{BA505EAA-FA34-4383-B753-3814CC1D2FD2}" srcOrd="1" destOrd="0" presId="urn:microsoft.com/office/officeart/2016/7/layout/LinearBlockProcessNumbered"/>
    <dgm:cxn modelId="{26D23385-9C40-44A6-AB95-D92241BEDB87}" type="presParOf" srcId="{7196DA6F-E97D-4C91-B682-01C807CA8B7C}" destId="{1EB9E20C-D355-4154-AB75-3B8F4524EFE7}" srcOrd="2" destOrd="0" presId="urn:microsoft.com/office/officeart/2016/7/layout/LinearBlockProcessNumbered"/>
    <dgm:cxn modelId="{6C0BF309-E5CA-4971-81AB-BDDEA08FD7F6}" type="presParOf" srcId="{1EB9E20C-D355-4154-AB75-3B8F4524EFE7}" destId="{5D2FF57A-15F6-4657-8AF3-1A8A38C2300D}" srcOrd="0" destOrd="0" presId="urn:microsoft.com/office/officeart/2016/7/layout/LinearBlockProcessNumbered"/>
    <dgm:cxn modelId="{225FEB2D-BD18-4DD3-B289-A003CD1172D2}" type="presParOf" srcId="{1EB9E20C-D355-4154-AB75-3B8F4524EFE7}" destId="{54020DF4-69FC-45BF-822E-C214527AB6A1}" srcOrd="1" destOrd="0" presId="urn:microsoft.com/office/officeart/2016/7/layout/LinearBlockProcessNumbered"/>
    <dgm:cxn modelId="{8138B4DA-16A4-4F9B-A002-606545C6FC63}" type="presParOf" srcId="{1EB9E20C-D355-4154-AB75-3B8F4524EFE7}" destId="{9285B2B2-918B-42D0-B831-CF0F4477C9B5}" srcOrd="2" destOrd="0" presId="urn:microsoft.com/office/officeart/2016/7/layout/LinearBlockProcessNumbered"/>
    <dgm:cxn modelId="{3969A8B1-4607-4E3F-BB3A-6FAB2E836A1F}" type="presParOf" srcId="{7196DA6F-E97D-4C91-B682-01C807CA8B7C}" destId="{01952C0E-D5F1-4355-B456-DBC51D518D6E}" srcOrd="3" destOrd="0" presId="urn:microsoft.com/office/officeart/2016/7/layout/LinearBlockProcessNumbered"/>
    <dgm:cxn modelId="{F91E712E-4439-43D6-A570-0D5B87E0B398}" type="presParOf" srcId="{7196DA6F-E97D-4C91-B682-01C807CA8B7C}" destId="{B939103B-632F-4E9D-A077-AA2E87E914C9}" srcOrd="4" destOrd="0" presId="urn:microsoft.com/office/officeart/2016/7/layout/LinearBlockProcessNumbered"/>
    <dgm:cxn modelId="{4198C78F-6B79-422D-81CE-63880F10BB30}" type="presParOf" srcId="{B939103B-632F-4E9D-A077-AA2E87E914C9}" destId="{FC03230E-8814-4756-9E10-B28BF0E71212}" srcOrd="0" destOrd="0" presId="urn:microsoft.com/office/officeart/2016/7/layout/LinearBlockProcessNumbered"/>
    <dgm:cxn modelId="{1C6EE930-1DA8-4CD2-83E1-3F7508C45B6B}" type="presParOf" srcId="{B939103B-632F-4E9D-A077-AA2E87E914C9}" destId="{E861108A-FEE7-4133-A33B-4176CCD807C4}" srcOrd="1" destOrd="0" presId="urn:microsoft.com/office/officeart/2016/7/layout/LinearBlockProcessNumbered"/>
    <dgm:cxn modelId="{14C9C5C4-7713-478C-9B5D-86A73B4CF6EC}" type="presParOf" srcId="{B939103B-632F-4E9D-A077-AA2E87E914C9}" destId="{228AB815-E11E-4B2D-979C-8FA712AE93D4}" srcOrd="2" destOrd="0" presId="urn:microsoft.com/office/officeart/2016/7/layout/LinearBlockProcessNumbered"/>
    <dgm:cxn modelId="{D19F28D0-137E-4399-B2FA-9EE876C5218E}" type="presParOf" srcId="{7196DA6F-E97D-4C91-B682-01C807CA8B7C}" destId="{0A09A4C0-9CA9-4BD3-8D03-4785104673ED}" srcOrd="5" destOrd="0" presId="urn:microsoft.com/office/officeart/2016/7/layout/LinearBlockProcessNumbered"/>
    <dgm:cxn modelId="{98E17FC1-CD18-423A-AF8A-476020405E47}" type="presParOf" srcId="{7196DA6F-E97D-4C91-B682-01C807CA8B7C}" destId="{AE74BDF8-B76F-434D-88B6-4D4BC163A735}" srcOrd="6" destOrd="0" presId="urn:microsoft.com/office/officeart/2016/7/layout/LinearBlockProcessNumbered"/>
    <dgm:cxn modelId="{A552A8DE-2F6F-453A-8CA3-9A0021B7928D}" type="presParOf" srcId="{AE74BDF8-B76F-434D-88B6-4D4BC163A735}" destId="{D23A47F1-F1E0-4BFC-A100-9BF15E7D72AD}" srcOrd="0" destOrd="0" presId="urn:microsoft.com/office/officeart/2016/7/layout/LinearBlockProcessNumbered"/>
    <dgm:cxn modelId="{515F6E29-A705-4D4A-A1C1-B3C2477553A5}" type="presParOf" srcId="{AE74BDF8-B76F-434D-88B6-4D4BC163A735}" destId="{485C6E07-9D68-4605-9FAF-356541887627}" srcOrd="1" destOrd="0" presId="urn:microsoft.com/office/officeart/2016/7/layout/LinearBlockProcessNumbered"/>
    <dgm:cxn modelId="{36259635-402C-42FB-92BB-D66741EC4C07}" type="presParOf" srcId="{AE74BDF8-B76F-434D-88B6-4D4BC163A735}" destId="{B673DDE6-4A48-4053-ABDB-1EBCC57A7DBA}"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1F21BF-D297-4F54-8AF3-5680C922947A}">
      <dsp:nvSpPr>
        <dsp:cNvPr id="0" name=""/>
        <dsp:cNvSpPr/>
      </dsp:nvSpPr>
      <dsp:spPr>
        <a:xfrm>
          <a:off x="0" y="0"/>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Stake Casino Network</a:t>
          </a:r>
        </a:p>
      </dsp:txBody>
      <dsp:txXfrm>
        <a:off x="28038" y="28038"/>
        <a:ext cx="7298593" cy="901218"/>
      </dsp:txXfrm>
    </dsp:sp>
    <dsp:sp modelId="{9DCF2F54-DE22-40DF-821E-ADD41530F9BA}">
      <dsp:nvSpPr>
        <dsp:cNvPr id="0" name=""/>
        <dsp:cNvSpPr/>
      </dsp:nvSpPr>
      <dsp:spPr>
        <a:xfrm>
          <a:off x="704545" y="1131347"/>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4 </a:t>
          </a:r>
          <a:r>
            <a:rPr lang="en-US" sz="2500" kern="1200" dirty="0" err="1"/>
            <a:t>cit</a:t>
          </a:r>
          <a:r>
            <a:rPr lang="hu-HU" sz="2500" kern="1200" dirty="0" err="1"/>
            <a:t>ies</a:t>
          </a:r>
          <a:endParaRPr lang="en-US" sz="2500" kern="1200" dirty="0"/>
        </a:p>
      </dsp:txBody>
      <dsp:txXfrm>
        <a:off x="732583" y="1159385"/>
        <a:ext cx="7029617" cy="901218"/>
      </dsp:txXfrm>
    </dsp:sp>
    <dsp:sp modelId="{C911C1D2-18AB-4D02-9400-99D4D6A1806A}">
      <dsp:nvSpPr>
        <dsp:cNvPr id="0" name=""/>
        <dsp:cNvSpPr/>
      </dsp:nvSpPr>
      <dsp:spPr>
        <a:xfrm>
          <a:off x="1398574" y="2262695"/>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Central managed</a:t>
          </a:r>
        </a:p>
      </dsp:txBody>
      <dsp:txXfrm>
        <a:off x="1426612" y="2290733"/>
        <a:ext cx="7040133" cy="901218"/>
      </dsp:txXfrm>
    </dsp:sp>
    <dsp:sp modelId="{E4B8EBD6-E1F8-4AFB-9A5F-30D1CEC02EEB}">
      <dsp:nvSpPr>
        <dsp:cNvPr id="0" name=""/>
        <dsp:cNvSpPr/>
      </dsp:nvSpPr>
      <dsp:spPr>
        <a:xfrm>
          <a:off x="2103119" y="3394043"/>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dirty="0"/>
            <a:t>Budapest</a:t>
          </a:r>
          <a:r>
            <a:rPr lang="en-US" sz="2500" kern="1200" dirty="0"/>
            <a:t>, </a:t>
          </a:r>
          <a:r>
            <a:rPr lang="en-US" sz="2500" b="1" kern="1200" dirty="0"/>
            <a:t>Sopron</a:t>
          </a:r>
          <a:r>
            <a:rPr lang="en-US" sz="2500" kern="1200" dirty="0"/>
            <a:t>, </a:t>
          </a:r>
          <a:r>
            <a:rPr lang="en-US" sz="2500" b="1" kern="1200" dirty="0"/>
            <a:t>Pécs</a:t>
          </a:r>
          <a:r>
            <a:rPr lang="en-US" sz="2500" kern="1200" dirty="0"/>
            <a:t>, </a:t>
          </a:r>
          <a:r>
            <a:rPr lang="en-US" sz="2500" b="1" u="none" kern="1200" dirty="0" err="1">
              <a:solidFill>
                <a:schemeClr val="tx1"/>
              </a:solidFill>
            </a:rPr>
            <a:t>Szekszárd</a:t>
          </a:r>
          <a:br>
            <a:rPr lang="en-US" sz="2500" kern="1200" dirty="0">
              <a:solidFill>
                <a:srgbClr val="FF0000"/>
              </a:solidFill>
            </a:rPr>
          </a:br>
          <a:endParaRPr lang="en-US" sz="2500" kern="1200" dirty="0">
            <a:solidFill>
              <a:srgbClr val="FF0000"/>
            </a:solidFill>
          </a:endParaRPr>
        </a:p>
      </dsp:txBody>
      <dsp:txXfrm>
        <a:off x="2131157" y="3422081"/>
        <a:ext cx="7029617" cy="901218"/>
      </dsp:txXfrm>
    </dsp:sp>
    <dsp:sp modelId="{3E4B6422-F6F6-47BE-8FBF-9EBAAA9750E8}">
      <dsp:nvSpPr>
        <dsp:cNvPr id="0" name=""/>
        <dsp:cNvSpPr/>
      </dsp:nvSpPr>
      <dsp:spPr>
        <a:xfrm>
          <a:off x="7790238" y="733200"/>
          <a:ext cx="622241" cy="62224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7930242" y="733200"/>
        <a:ext cx="342233" cy="468236"/>
      </dsp:txXfrm>
    </dsp:sp>
    <dsp:sp modelId="{9EF1AAC6-72A4-4881-88FF-957D3022F8E7}">
      <dsp:nvSpPr>
        <dsp:cNvPr id="0" name=""/>
        <dsp:cNvSpPr/>
      </dsp:nvSpPr>
      <dsp:spPr>
        <a:xfrm>
          <a:off x="8494783" y="1864548"/>
          <a:ext cx="622241" cy="62224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8634787" y="1864548"/>
        <a:ext cx="342233" cy="468236"/>
      </dsp:txXfrm>
    </dsp:sp>
    <dsp:sp modelId="{D5434596-73CF-4989-AFA2-2D9AC386A1C7}">
      <dsp:nvSpPr>
        <dsp:cNvPr id="0" name=""/>
        <dsp:cNvSpPr/>
      </dsp:nvSpPr>
      <dsp:spPr>
        <a:xfrm>
          <a:off x="9188813" y="2995896"/>
          <a:ext cx="622241" cy="62224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9328817" y="2995896"/>
        <a:ext cx="342233" cy="4682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7CBF36-3658-4D6E-A95C-B3D9065CA43C}">
      <dsp:nvSpPr>
        <dsp:cNvPr id="0" name=""/>
        <dsp:cNvSpPr/>
      </dsp:nvSpPr>
      <dsp:spPr>
        <a:xfrm>
          <a:off x="198"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kern="1200" dirty="0"/>
            <a:t>Each city is on its own subnet</a:t>
          </a:r>
        </a:p>
      </dsp:txBody>
      <dsp:txXfrm>
        <a:off x="198" y="1035383"/>
        <a:ext cx="2397363" cy="1553074"/>
      </dsp:txXfrm>
    </dsp:sp>
    <dsp:sp modelId="{95FE7BD5-C1E2-4111-89E1-DD274CB9501C}">
      <dsp:nvSpPr>
        <dsp:cNvPr id="0" name=""/>
        <dsp:cNvSpPr/>
      </dsp:nvSpPr>
      <dsp:spPr>
        <a:xfrm>
          <a:off x="198"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01</a:t>
          </a:r>
        </a:p>
      </dsp:txBody>
      <dsp:txXfrm>
        <a:off x="198" y="0"/>
        <a:ext cx="2397363" cy="1035383"/>
      </dsp:txXfrm>
    </dsp:sp>
    <dsp:sp modelId="{5D2FF57A-15F6-4657-8AF3-1A8A38C2300D}">
      <dsp:nvSpPr>
        <dsp:cNvPr id="0" name=""/>
        <dsp:cNvSpPr/>
      </dsp:nvSpPr>
      <dsp:spPr>
        <a:xfrm>
          <a:off x="2589351"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kern="1200" dirty="0"/>
            <a:t>Redundant and secure network architecture</a:t>
          </a:r>
        </a:p>
      </dsp:txBody>
      <dsp:txXfrm>
        <a:off x="2589351" y="1035383"/>
        <a:ext cx="2397363" cy="1553074"/>
      </dsp:txXfrm>
    </dsp:sp>
    <dsp:sp modelId="{54020DF4-69FC-45BF-822E-C214527AB6A1}">
      <dsp:nvSpPr>
        <dsp:cNvPr id="0" name=""/>
        <dsp:cNvSpPr/>
      </dsp:nvSpPr>
      <dsp:spPr>
        <a:xfrm>
          <a:off x="2589351"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02</a:t>
          </a:r>
        </a:p>
      </dsp:txBody>
      <dsp:txXfrm>
        <a:off x="2589351" y="0"/>
        <a:ext cx="2397363" cy="1035383"/>
      </dsp:txXfrm>
    </dsp:sp>
    <dsp:sp modelId="{FC03230E-8814-4756-9E10-B28BF0E71212}">
      <dsp:nvSpPr>
        <dsp:cNvPr id="0" name=""/>
        <dsp:cNvSpPr/>
      </dsp:nvSpPr>
      <dsp:spPr>
        <a:xfrm>
          <a:off x="5178503"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kern="1200" dirty="0"/>
            <a:t>Unified DNS and logical IP structure</a:t>
          </a:r>
        </a:p>
      </dsp:txBody>
      <dsp:txXfrm>
        <a:off x="5178503" y="1035383"/>
        <a:ext cx="2397363" cy="1553074"/>
      </dsp:txXfrm>
    </dsp:sp>
    <dsp:sp modelId="{E861108A-FEE7-4133-A33B-4176CCD807C4}">
      <dsp:nvSpPr>
        <dsp:cNvPr id="0" name=""/>
        <dsp:cNvSpPr/>
      </dsp:nvSpPr>
      <dsp:spPr>
        <a:xfrm>
          <a:off x="5178503"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03</a:t>
          </a:r>
        </a:p>
      </dsp:txBody>
      <dsp:txXfrm>
        <a:off x="5178503" y="0"/>
        <a:ext cx="2397363" cy="1035383"/>
      </dsp:txXfrm>
    </dsp:sp>
    <dsp:sp modelId="{D23A47F1-F1E0-4BFC-A100-9BF15E7D72AD}">
      <dsp:nvSpPr>
        <dsp:cNvPr id="0" name=""/>
        <dsp:cNvSpPr/>
      </dsp:nvSpPr>
      <dsp:spPr>
        <a:xfrm>
          <a:off x="7767656"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kern="1200" dirty="0"/>
            <a:t>Stable connection between the casinos</a:t>
          </a:r>
        </a:p>
      </dsp:txBody>
      <dsp:txXfrm>
        <a:off x="7767656" y="1035383"/>
        <a:ext cx="2397363" cy="1553074"/>
      </dsp:txXfrm>
    </dsp:sp>
    <dsp:sp modelId="{485C6E07-9D68-4605-9FAF-356541887627}">
      <dsp:nvSpPr>
        <dsp:cNvPr id="0" name=""/>
        <dsp:cNvSpPr/>
      </dsp:nvSpPr>
      <dsp:spPr>
        <a:xfrm>
          <a:off x="7767656"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04</a:t>
          </a:r>
        </a:p>
      </dsp:txBody>
      <dsp:txXfrm>
        <a:off x="7767656" y="0"/>
        <a:ext cx="2397363" cy="1035383"/>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C5B889-8A9C-40FC-8C0D-BF5A106AB92F}" type="datetimeFigureOut">
              <a:rPr lang="hu-HU" smtClean="0"/>
              <a:t>2026. 02. 10.</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F75FB5-E6B7-4211-A015-2C3A31AFF852}" type="slidenum">
              <a:rPr lang="hu-HU" smtClean="0"/>
              <a:t>‹#›</a:t>
            </a:fld>
            <a:endParaRPr lang="hu-HU"/>
          </a:p>
        </p:txBody>
      </p:sp>
    </p:spTree>
    <p:extLst>
      <p:ext uri="{BB962C8B-B14F-4D97-AF65-F5344CB8AC3E}">
        <p14:creationId xmlns:p14="http://schemas.microsoft.com/office/powerpoint/2010/main" val="1008512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dirty="0"/>
              <a:t>The Stake Casino Network is currently distributed across four locations. We have </a:t>
            </a:r>
            <a:r>
              <a:rPr lang="hu-HU" dirty="0" err="1"/>
              <a:t>casinos</a:t>
            </a:r>
            <a:r>
              <a:rPr lang="hu-HU" dirty="0"/>
              <a:t> in</a:t>
            </a:r>
            <a:r>
              <a:rPr lang="en-US" dirty="0"/>
              <a:t> Budapest, Sopron, </a:t>
            </a:r>
            <a:r>
              <a:rPr lang="en-US" dirty="0" err="1"/>
              <a:t>Pécs</a:t>
            </a:r>
            <a:r>
              <a:rPr lang="en-US" dirty="0"/>
              <a:t>, and </a:t>
            </a:r>
            <a:r>
              <a:rPr lang="en-US" dirty="0" err="1"/>
              <a:t>Szekszárd</a:t>
            </a:r>
            <a:r>
              <a:rPr lang="en-US" dirty="0"/>
              <a:t>. it's </a:t>
            </a:r>
            <a:r>
              <a:rPr lang="en-US" b="1" dirty="0"/>
              <a:t>centrally managed</a:t>
            </a:r>
            <a:r>
              <a:rPr lang="en-US" dirty="0"/>
              <a:t>, which allows us to maintain consistent security protocols and monitor all traffic from one primary location without needing local IT teams at every site.</a:t>
            </a:r>
            <a:endParaRPr lang="hu-HU" dirty="0"/>
          </a:p>
        </p:txBody>
      </p:sp>
      <p:sp>
        <p:nvSpPr>
          <p:cNvPr id="4" name="Dia számának helye 3"/>
          <p:cNvSpPr>
            <a:spLocks noGrp="1"/>
          </p:cNvSpPr>
          <p:nvPr>
            <p:ph type="sldNum" sz="quarter" idx="5"/>
          </p:nvPr>
        </p:nvSpPr>
        <p:spPr/>
        <p:txBody>
          <a:bodyPr/>
          <a:lstStyle/>
          <a:p>
            <a:fld id="{0FF75FB5-E6B7-4211-A015-2C3A31AFF852}" type="slidenum">
              <a:rPr lang="hu-HU" smtClean="0"/>
              <a:t>2</a:t>
            </a:fld>
            <a:endParaRPr lang="hu-HU"/>
          </a:p>
        </p:txBody>
      </p:sp>
    </p:spTree>
    <p:extLst>
      <p:ext uri="{BB962C8B-B14F-4D97-AF65-F5344CB8AC3E}">
        <p14:creationId xmlns:p14="http://schemas.microsoft.com/office/powerpoint/2010/main" val="3682257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dirty="0"/>
              <a:t>Now, let me introduce the team behind the project.</a:t>
            </a:r>
          </a:p>
          <a:p>
            <a:r>
              <a:rPr lang="en-US" dirty="0"/>
              <a:t>First, </a:t>
            </a:r>
            <a:r>
              <a:rPr lang="hu-HU" dirty="0" err="1"/>
              <a:t>me</a:t>
            </a:r>
            <a:r>
              <a:rPr lang="hu-HU" dirty="0"/>
              <a:t>, </a:t>
            </a:r>
            <a:r>
              <a:rPr lang="en-US" b="1" dirty="0" err="1"/>
              <a:t>Balázs</a:t>
            </a:r>
            <a:r>
              <a:rPr lang="en-US" b="1" dirty="0"/>
              <a:t> </a:t>
            </a:r>
            <a:r>
              <a:rPr lang="en-US" b="1" dirty="0" err="1"/>
              <a:t>Haramia</a:t>
            </a:r>
            <a:r>
              <a:rPr lang="en-US" dirty="0"/>
              <a:t>, </a:t>
            </a:r>
            <a:r>
              <a:rPr lang="hu-HU" dirty="0"/>
              <a:t>i am </a:t>
            </a:r>
            <a:r>
              <a:rPr lang="hu-HU" dirty="0" err="1"/>
              <a:t>the</a:t>
            </a:r>
            <a:r>
              <a:rPr lang="hu-HU" dirty="0"/>
              <a:t> </a:t>
            </a:r>
            <a:r>
              <a:rPr lang="en-US" dirty="0"/>
              <a:t>project </a:t>
            </a:r>
            <a:r>
              <a:rPr lang="hu-HU" dirty="0" err="1"/>
              <a:t>manager</a:t>
            </a:r>
            <a:r>
              <a:rPr lang="en-US" dirty="0"/>
              <a:t>. </a:t>
            </a:r>
            <a:r>
              <a:rPr lang="hu-HU" dirty="0" err="1"/>
              <a:t>My</a:t>
            </a:r>
            <a:r>
              <a:rPr lang="en-US" dirty="0"/>
              <a:t> main focus was coordinating our workflow, </a:t>
            </a:r>
            <a:r>
              <a:rPr lang="hu-HU" dirty="0" err="1"/>
              <a:t>giving</a:t>
            </a:r>
            <a:r>
              <a:rPr lang="en-US" dirty="0"/>
              <a:t> tasks, and ensuring everything was completed on time and </a:t>
            </a:r>
            <a:r>
              <a:rPr lang="hu-HU" dirty="0" err="1"/>
              <a:t>working</a:t>
            </a:r>
            <a:r>
              <a:rPr lang="en-US" dirty="0"/>
              <a:t>. Besides management, </a:t>
            </a:r>
            <a:r>
              <a:rPr lang="hu-HU" dirty="0"/>
              <a:t>i</a:t>
            </a:r>
            <a:r>
              <a:rPr lang="en-US" dirty="0"/>
              <a:t> was also heavily involved in the network configuration and supported the team wherever it was needed.</a:t>
            </a:r>
          </a:p>
          <a:p>
            <a:r>
              <a:rPr lang="en-US" dirty="0"/>
              <a:t>Next is </a:t>
            </a:r>
            <a:r>
              <a:rPr lang="en-US" b="1" dirty="0" err="1"/>
              <a:t>Kristóf</a:t>
            </a:r>
            <a:r>
              <a:rPr lang="en-US" b="1" dirty="0"/>
              <a:t> Farkas</a:t>
            </a:r>
            <a:r>
              <a:rPr lang="en-US" dirty="0"/>
              <a:t>, </a:t>
            </a:r>
            <a:r>
              <a:rPr lang="hu-HU" dirty="0"/>
              <a:t>he</a:t>
            </a:r>
            <a:r>
              <a:rPr lang="en-US" dirty="0"/>
              <a:t> was responsible for designing the entire network topology from scratch. He also </a:t>
            </a:r>
            <a:r>
              <a:rPr lang="hu-HU" dirty="0" err="1"/>
              <a:t>did</a:t>
            </a:r>
            <a:r>
              <a:rPr lang="hu-HU" dirty="0"/>
              <a:t> </a:t>
            </a:r>
            <a:r>
              <a:rPr lang="hu-HU" dirty="0" err="1"/>
              <a:t>the</a:t>
            </a:r>
            <a:r>
              <a:rPr lang="hu-HU" dirty="0"/>
              <a:t> </a:t>
            </a:r>
            <a:r>
              <a:rPr lang="hu-HU" dirty="0" err="1"/>
              <a:t>configuration</a:t>
            </a:r>
            <a:r>
              <a:rPr lang="hu-HU" dirty="0"/>
              <a:t> of </a:t>
            </a:r>
            <a:r>
              <a:rPr lang="hu-HU" dirty="0" err="1"/>
              <a:t>the</a:t>
            </a:r>
            <a:r>
              <a:rPr lang="hu-HU" dirty="0"/>
              <a:t> </a:t>
            </a:r>
            <a:r>
              <a:rPr lang="hu-HU" dirty="0" err="1"/>
              <a:t>devices</a:t>
            </a:r>
            <a:r>
              <a:rPr lang="hu-HU" dirty="0"/>
              <a:t> and </a:t>
            </a:r>
            <a:r>
              <a:rPr lang="hu-HU" dirty="0" err="1"/>
              <a:t>helped</a:t>
            </a:r>
            <a:r>
              <a:rPr lang="hu-HU" dirty="0"/>
              <a:t> in </a:t>
            </a:r>
            <a:r>
              <a:rPr lang="hu-HU" dirty="0" err="1"/>
              <a:t>anything</a:t>
            </a:r>
            <a:r>
              <a:rPr lang="hu-HU" dirty="0"/>
              <a:t> he </a:t>
            </a:r>
            <a:r>
              <a:rPr lang="hu-HU" dirty="0" err="1"/>
              <a:t>could</a:t>
            </a:r>
            <a:r>
              <a:rPr lang="hu-HU" dirty="0"/>
              <a:t> </a:t>
            </a:r>
            <a:r>
              <a:rPr lang="en-US" dirty="0"/>
              <a:t>throughout the process.</a:t>
            </a:r>
          </a:p>
          <a:p>
            <a:r>
              <a:rPr lang="en-US" dirty="0"/>
              <a:t>Finally, </a:t>
            </a:r>
            <a:r>
              <a:rPr lang="en-US" b="1" dirty="0"/>
              <a:t>János Müller</a:t>
            </a:r>
            <a:r>
              <a:rPr lang="en-US" dirty="0"/>
              <a:t> handled the testing and documentation. He ensured that everything functioned correctly and was responsible for putting together our technical reports and this presentation. Like the rest of us, he also help</a:t>
            </a:r>
            <a:r>
              <a:rPr lang="hu-HU" dirty="0" err="1"/>
              <a:t>ed</a:t>
            </a:r>
            <a:r>
              <a:rPr lang="en-US" dirty="0"/>
              <a:t> with the configuration and troubleshooting whenever </a:t>
            </a:r>
            <a:r>
              <a:rPr lang="hu-HU" dirty="0"/>
              <a:t>he </a:t>
            </a:r>
            <a:r>
              <a:rPr lang="hu-HU" dirty="0" err="1"/>
              <a:t>could</a:t>
            </a:r>
            <a:r>
              <a:rPr lang="en-US" dirty="0"/>
              <a:t>.</a:t>
            </a:r>
          </a:p>
          <a:p>
            <a:endParaRPr lang="hu-HU" dirty="0"/>
          </a:p>
        </p:txBody>
      </p:sp>
      <p:sp>
        <p:nvSpPr>
          <p:cNvPr id="4" name="Dia számának helye 3"/>
          <p:cNvSpPr>
            <a:spLocks noGrp="1"/>
          </p:cNvSpPr>
          <p:nvPr>
            <p:ph type="sldNum" sz="quarter" idx="5"/>
          </p:nvPr>
        </p:nvSpPr>
        <p:spPr/>
        <p:txBody>
          <a:bodyPr/>
          <a:lstStyle/>
          <a:p>
            <a:fld id="{0FF75FB5-E6B7-4211-A015-2C3A31AFF852}" type="slidenum">
              <a:rPr lang="hu-HU" smtClean="0"/>
              <a:t>3</a:t>
            </a:fld>
            <a:endParaRPr lang="hu-HU"/>
          </a:p>
        </p:txBody>
      </p:sp>
    </p:spTree>
    <p:extLst>
      <p:ext uri="{BB962C8B-B14F-4D97-AF65-F5344CB8AC3E}">
        <p14:creationId xmlns:p14="http://schemas.microsoft.com/office/powerpoint/2010/main" val="360161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dirty="0"/>
              <a:t>Each city operates as its own subnet, but they are all </a:t>
            </a:r>
            <a:r>
              <a:rPr lang="hu-HU" dirty="0" err="1"/>
              <a:t>connected</a:t>
            </a:r>
            <a:r>
              <a:rPr lang="hu-HU" dirty="0"/>
              <a:t> </a:t>
            </a:r>
            <a:r>
              <a:rPr lang="en-US" dirty="0"/>
              <a:t>through a redundant routing system</a:t>
            </a:r>
            <a:r>
              <a:rPr lang="hu-HU" dirty="0"/>
              <a:t>. </a:t>
            </a:r>
            <a:r>
              <a:rPr lang="hu-HU" dirty="0" err="1"/>
              <a:t>We</a:t>
            </a:r>
            <a:r>
              <a:rPr lang="hu-HU" dirty="0"/>
              <a:t> </a:t>
            </a:r>
            <a:r>
              <a:rPr lang="hu-HU" dirty="0" err="1"/>
              <a:t>use</a:t>
            </a:r>
            <a:r>
              <a:rPr lang="hu-HU" dirty="0"/>
              <a:t> </a:t>
            </a:r>
            <a:r>
              <a:rPr lang="hu-HU" dirty="0" err="1"/>
              <a:t>second</a:t>
            </a:r>
            <a:r>
              <a:rPr lang="hu-HU" dirty="0"/>
              <a:t> </a:t>
            </a:r>
            <a:r>
              <a:rPr lang="hu-HU" dirty="0" err="1"/>
              <a:t>layer</a:t>
            </a:r>
            <a:r>
              <a:rPr lang="hu-HU" dirty="0"/>
              <a:t> and </a:t>
            </a:r>
            <a:r>
              <a:rPr lang="hu-HU" dirty="0" err="1"/>
              <a:t>third</a:t>
            </a:r>
            <a:r>
              <a:rPr lang="hu-HU" dirty="0"/>
              <a:t> </a:t>
            </a:r>
            <a:r>
              <a:rPr lang="hu-HU" dirty="0" err="1"/>
              <a:t>layer</a:t>
            </a:r>
            <a:r>
              <a:rPr lang="hu-HU" dirty="0"/>
              <a:t> </a:t>
            </a:r>
            <a:r>
              <a:rPr lang="hu-HU" dirty="0" err="1"/>
              <a:t>redundancy</a:t>
            </a:r>
            <a:r>
              <a:rPr lang="hu-HU" dirty="0"/>
              <a:t>, </a:t>
            </a:r>
            <a:r>
              <a:rPr lang="hu-HU" dirty="0" err="1"/>
              <a:t>which</a:t>
            </a:r>
            <a:r>
              <a:rPr lang="hu-HU" dirty="0"/>
              <a:t> </a:t>
            </a:r>
            <a:r>
              <a:rPr lang="hu-HU" dirty="0" err="1"/>
              <a:t>means</a:t>
            </a:r>
            <a:r>
              <a:rPr lang="hu-HU" dirty="0"/>
              <a:t> </a:t>
            </a:r>
            <a:r>
              <a:rPr lang="hu-HU" dirty="0" err="1"/>
              <a:t>that</a:t>
            </a:r>
            <a:r>
              <a:rPr lang="hu-HU" dirty="0"/>
              <a:t> </a:t>
            </a:r>
            <a:r>
              <a:rPr lang="hu-HU" dirty="0" err="1"/>
              <a:t>if</a:t>
            </a:r>
            <a:r>
              <a:rPr lang="hu-HU" dirty="0"/>
              <a:t> a </a:t>
            </a:r>
            <a:r>
              <a:rPr lang="hu-HU" dirty="0" err="1"/>
              <a:t>cable</a:t>
            </a:r>
            <a:r>
              <a:rPr lang="hu-HU" dirty="0"/>
              <a:t> </a:t>
            </a:r>
            <a:r>
              <a:rPr lang="hu-HU" dirty="0" err="1"/>
              <a:t>fails</a:t>
            </a:r>
            <a:r>
              <a:rPr lang="hu-HU" dirty="0"/>
              <a:t>, </a:t>
            </a:r>
            <a:r>
              <a:rPr lang="hu-HU" dirty="0" err="1"/>
              <a:t>the</a:t>
            </a:r>
            <a:r>
              <a:rPr lang="hu-HU" dirty="0"/>
              <a:t> </a:t>
            </a:r>
            <a:r>
              <a:rPr lang="hu-HU" dirty="0" err="1"/>
              <a:t>network</a:t>
            </a:r>
            <a:r>
              <a:rPr lang="hu-HU" dirty="0"/>
              <a:t> </a:t>
            </a:r>
            <a:r>
              <a:rPr lang="hu-HU" dirty="0" err="1"/>
              <a:t>stays</a:t>
            </a:r>
            <a:r>
              <a:rPr lang="hu-HU" dirty="0"/>
              <a:t> online. </a:t>
            </a:r>
            <a:r>
              <a:rPr lang="hu-HU" dirty="0" err="1"/>
              <a:t>We</a:t>
            </a:r>
            <a:r>
              <a:rPr lang="hu-HU" dirty="0"/>
              <a:t> </a:t>
            </a:r>
            <a:r>
              <a:rPr lang="hu-HU" dirty="0" err="1"/>
              <a:t>use</a:t>
            </a:r>
            <a:r>
              <a:rPr lang="hu-HU" dirty="0"/>
              <a:t> </a:t>
            </a:r>
            <a:r>
              <a:rPr lang="hu-HU" dirty="0" err="1"/>
              <a:t>protocols</a:t>
            </a:r>
            <a:r>
              <a:rPr lang="hu-HU" dirty="0"/>
              <a:t> like RIP </a:t>
            </a:r>
            <a:r>
              <a:rPr lang="hu-HU" dirty="0" err="1"/>
              <a:t>or</a:t>
            </a:r>
            <a:r>
              <a:rPr lang="hu-HU" dirty="0"/>
              <a:t> GREVPN in </a:t>
            </a:r>
            <a:r>
              <a:rPr lang="hu-HU" dirty="0" err="1"/>
              <a:t>our</a:t>
            </a:r>
            <a:r>
              <a:rPr lang="hu-HU" dirty="0"/>
              <a:t> </a:t>
            </a:r>
            <a:r>
              <a:rPr lang="hu-HU" dirty="0" err="1"/>
              <a:t>network</a:t>
            </a:r>
            <a:r>
              <a:rPr lang="hu-HU" dirty="0"/>
              <a:t>. </a:t>
            </a:r>
            <a:r>
              <a:rPr lang="en-US" dirty="0"/>
              <a:t>This setup guarantees that the casino operations remain uninterrupted even during a link failure.</a:t>
            </a:r>
            <a:endParaRPr lang="hu-HU" dirty="0"/>
          </a:p>
        </p:txBody>
      </p:sp>
      <p:sp>
        <p:nvSpPr>
          <p:cNvPr id="4" name="Dia számának helye 3"/>
          <p:cNvSpPr>
            <a:spLocks noGrp="1"/>
          </p:cNvSpPr>
          <p:nvPr>
            <p:ph type="sldNum" sz="quarter" idx="5"/>
          </p:nvPr>
        </p:nvSpPr>
        <p:spPr/>
        <p:txBody>
          <a:bodyPr/>
          <a:lstStyle/>
          <a:p>
            <a:fld id="{0FF75FB5-E6B7-4211-A015-2C3A31AFF852}" type="slidenum">
              <a:rPr lang="hu-HU" smtClean="0"/>
              <a:t>4</a:t>
            </a:fld>
            <a:endParaRPr lang="hu-HU"/>
          </a:p>
        </p:txBody>
      </p:sp>
    </p:spTree>
    <p:extLst>
      <p:ext uri="{BB962C8B-B14F-4D97-AF65-F5344CB8AC3E}">
        <p14:creationId xmlns:p14="http://schemas.microsoft.com/office/powerpoint/2010/main" val="2517924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The </a:t>
            </a:r>
            <a:r>
              <a:rPr lang="hu-HU" dirty="0" err="1"/>
              <a:t>first</a:t>
            </a:r>
            <a:r>
              <a:rPr lang="hu-HU" dirty="0"/>
              <a:t> city is Budapest, </a:t>
            </a:r>
            <a:r>
              <a:rPr lang="hu-HU" dirty="0" err="1"/>
              <a:t>it</a:t>
            </a:r>
            <a:r>
              <a:rPr lang="hu-HU" dirty="0"/>
              <a:t> has 2 </a:t>
            </a:r>
            <a:r>
              <a:rPr lang="hu-HU" dirty="0" err="1"/>
              <a:t>rooms</a:t>
            </a:r>
            <a:r>
              <a:rPr lang="hu-HU" dirty="0"/>
              <a:t> and an </a:t>
            </a:r>
            <a:r>
              <a:rPr lang="hu-HU" dirty="0" err="1"/>
              <a:t>admin</a:t>
            </a:r>
            <a:r>
              <a:rPr lang="hu-HU" dirty="0"/>
              <a:t> </a:t>
            </a:r>
            <a:r>
              <a:rPr lang="hu-HU" dirty="0" err="1"/>
              <a:t>room</a:t>
            </a:r>
            <a:r>
              <a:rPr lang="hu-HU" dirty="0"/>
              <a:t>, </a:t>
            </a:r>
            <a:r>
              <a:rPr lang="hu-HU" dirty="0" err="1"/>
              <a:t>it</a:t>
            </a:r>
            <a:r>
              <a:rPr lang="hu-HU" dirty="0"/>
              <a:t> has 20 </a:t>
            </a:r>
            <a:r>
              <a:rPr lang="hu-HU" dirty="0" err="1"/>
              <a:t>PCs</a:t>
            </a:r>
            <a:r>
              <a:rPr lang="hu-HU" dirty="0"/>
              <a:t>, 1 server and 1 printer. </a:t>
            </a:r>
            <a:r>
              <a:rPr lang="hu-HU" dirty="0" err="1"/>
              <a:t>We</a:t>
            </a:r>
            <a:r>
              <a:rPr lang="hu-HU" dirty="0"/>
              <a:t> got a </a:t>
            </a:r>
            <a:r>
              <a:rPr lang="hu-HU" dirty="0" err="1"/>
              <a:t>firewall</a:t>
            </a:r>
            <a:r>
              <a:rPr lang="hu-HU" dirty="0"/>
              <a:t> here, and </a:t>
            </a:r>
            <a:r>
              <a:rPr lang="hu-HU" dirty="0" err="1"/>
              <a:t>the</a:t>
            </a:r>
            <a:r>
              <a:rPr lang="hu-HU" dirty="0"/>
              <a:t> router is </a:t>
            </a:r>
            <a:r>
              <a:rPr lang="hu-HU" dirty="0" err="1"/>
              <a:t>connected</a:t>
            </a:r>
            <a:r>
              <a:rPr lang="hu-HU" dirty="0"/>
              <a:t> </a:t>
            </a:r>
            <a:r>
              <a:rPr lang="hu-HU" dirty="0" err="1"/>
              <a:t>to</a:t>
            </a:r>
            <a:r>
              <a:rPr lang="hu-HU" dirty="0"/>
              <a:t> </a:t>
            </a:r>
            <a:r>
              <a:rPr lang="hu-HU" dirty="0" err="1"/>
              <a:t>the</a:t>
            </a:r>
            <a:r>
              <a:rPr lang="hu-HU" dirty="0"/>
              <a:t> </a:t>
            </a:r>
            <a:r>
              <a:rPr lang="hu-HU" dirty="0" err="1"/>
              <a:t>other</a:t>
            </a:r>
            <a:r>
              <a:rPr lang="hu-HU" dirty="0"/>
              <a:t> 3 routers. </a:t>
            </a:r>
            <a:r>
              <a:rPr lang="hu-HU" dirty="0" err="1"/>
              <a:t>We</a:t>
            </a:r>
            <a:r>
              <a:rPr lang="hu-HU" dirty="0"/>
              <a:t> </a:t>
            </a:r>
            <a:r>
              <a:rPr lang="hu-HU" dirty="0" err="1"/>
              <a:t>use</a:t>
            </a:r>
            <a:r>
              <a:rPr lang="hu-HU" dirty="0"/>
              <a:t> </a:t>
            </a:r>
            <a:r>
              <a:rPr lang="hu-HU" dirty="0" err="1"/>
              <a:t>second</a:t>
            </a:r>
            <a:r>
              <a:rPr lang="hu-HU" dirty="0"/>
              <a:t> </a:t>
            </a:r>
            <a:r>
              <a:rPr lang="hu-HU" dirty="0" err="1"/>
              <a:t>layer</a:t>
            </a:r>
            <a:r>
              <a:rPr lang="hu-HU" dirty="0"/>
              <a:t> </a:t>
            </a:r>
            <a:r>
              <a:rPr lang="hu-HU" dirty="0" err="1"/>
              <a:t>redundancy</a:t>
            </a:r>
            <a:r>
              <a:rPr lang="hu-HU" dirty="0"/>
              <a:t> here, and in </a:t>
            </a:r>
            <a:r>
              <a:rPr lang="hu-HU" dirty="0" err="1"/>
              <a:t>all</a:t>
            </a:r>
            <a:r>
              <a:rPr lang="hu-HU" dirty="0"/>
              <a:t> of </a:t>
            </a:r>
            <a:r>
              <a:rPr lang="hu-HU" dirty="0" err="1"/>
              <a:t>the</a:t>
            </a:r>
            <a:r>
              <a:rPr lang="hu-HU" dirty="0"/>
              <a:t> </a:t>
            </a:r>
            <a:r>
              <a:rPr lang="hu-HU" dirty="0" err="1"/>
              <a:t>cities</a:t>
            </a:r>
            <a:r>
              <a:rPr lang="hu-HU" dirty="0"/>
              <a:t>.</a:t>
            </a:r>
          </a:p>
        </p:txBody>
      </p:sp>
      <p:sp>
        <p:nvSpPr>
          <p:cNvPr id="4" name="Dia számának helye 3"/>
          <p:cNvSpPr>
            <a:spLocks noGrp="1"/>
          </p:cNvSpPr>
          <p:nvPr>
            <p:ph type="sldNum" sz="quarter" idx="5"/>
          </p:nvPr>
        </p:nvSpPr>
        <p:spPr/>
        <p:txBody>
          <a:bodyPr/>
          <a:lstStyle/>
          <a:p>
            <a:fld id="{0FF75FB5-E6B7-4211-A015-2C3A31AFF852}" type="slidenum">
              <a:rPr lang="hu-HU" smtClean="0"/>
              <a:t>5</a:t>
            </a:fld>
            <a:endParaRPr lang="hu-HU"/>
          </a:p>
        </p:txBody>
      </p:sp>
    </p:spTree>
    <p:extLst>
      <p:ext uri="{BB962C8B-B14F-4D97-AF65-F5344CB8AC3E}">
        <p14:creationId xmlns:p14="http://schemas.microsoft.com/office/powerpoint/2010/main" val="14687308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dirty="0"/>
              <a:t>The </a:t>
            </a:r>
            <a:r>
              <a:rPr lang="hu-HU" dirty="0" err="1"/>
              <a:t>next</a:t>
            </a:r>
            <a:r>
              <a:rPr lang="hu-HU" dirty="0"/>
              <a:t> </a:t>
            </a:r>
            <a:r>
              <a:rPr lang="en-US" dirty="0"/>
              <a:t>city is </a:t>
            </a:r>
            <a:r>
              <a:rPr lang="hu-HU" dirty="0"/>
              <a:t>Sopron</a:t>
            </a:r>
            <a:r>
              <a:rPr lang="en-US" dirty="0"/>
              <a:t>, it</a:t>
            </a:r>
            <a:r>
              <a:rPr lang="hu-HU" dirty="0"/>
              <a:t> </a:t>
            </a:r>
            <a:r>
              <a:rPr lang="hu-HU" dirty="0" err="1"/>
              <a:t>also</a:t>
            </a:r>
            <a:r>
              <a:rPr lang="en-US" dirty="0"/>
              <a:t> has 2 rooms and an admin room, it has </a:t>
            </a:r>
            <a:r>
              <a:rPr lang="hu-HU" dirty="0"/>
              <a:t>16</a:t>
            </a:r>
            <a:r>
              <a:rPr lang="en-US" dirty="0"/>
              <a:t> PCs, 1 server and 1 printer. We </a:t>
            </a:r>
            <a:r>
              <a:rPr lang="hu-HU" dirty="0" err="1"/>
              <a:t>also</a:t>
            </a:r>
            <a:r>
              <a:rPr lang="hu-HU" dirty="0"/>
              <a:t> </a:t>
            </a:r>
            <a:r>
              <a:rPr lang="en-US" dirty="0"/>
              <a:t>got a firewall here,</a:t>
            </a:r>
            <a:r>
              <a:rPr lang="hu-HU" dirty="0"/>
              <a:t> and </a:t>
            </a:r>
            <a:r>
              <a:rPr lang="hu-HU" dirty="0" err="1"/>
              <a:t>we</a:t>
            </a:r>
            <a:r>
              <a:rPr lang="hu-HU" dirty="0"/>
              <a:t> </a:t>
            </a:r>
            <a:r>
              <a:rPr lang="hu-HU" dirty="0" err="1"/>
              <a:t>have</a:t>
            </a:r>
            <a:r>
              <a:rPr lang="hu-HU" dirty="0"/>
              <a:t> ACL </a:t>
            </a:r>
            <a:r>
              <a:rPr lang="hu-HU" dirty="0" err="1"/>
              <a:t>for</a:t>
            </a:r>
            <a:r>
              <a:rPr lang="hu-HU" dirty="0"/>
              <a:t> </a:t>
            </a:r>
            <a:r>
              <a:rPr lang="hu-HU" dirty="0" err="1"/>
              <a:t>the</a:t>
            </a:r>
            <a:r>
              <a:rPr lang="hu-HU" dirty="0"/>
              <a:t> </a:t>
            </a:r>
            <a:r>
              <a:rPr lang="hu-HU" dirty="0" err="1"/>
              <a:t>Admin</a:t>
            </a:r>
            <a:r>
              <a:rPr lang="hu-HU" dirty="0"/>
              <a:t> PC.</a:t>
            </a:r>
          </a:p>
        </p:txBody>
      </p:sp>
      <p:sp>
        <p:nvSpPr>
          <p:cNvPr id="4" name="Dia számának helye 3"/>
          <p:cNvSpPr>
            <a:spLocks noGrp="1"/>
          </p:cNvSpPr>
          <p:nvPr>
            <p:ph type="sldNum" sz="quarter" idx="5"/>
          </p:nvPr>
        </p:nvSpPr>
        <p:spPr/>
        <p:txBody>
          <a:bodyPr/>
          <a:lstStyle/>
          <a:p>
            <a:fld id="{0FF75FB5-E6B7-4211-A015-2C3A31AFF852}" type="slidenum">
              <a:rPr lang="hu-HU" smtClean="0"/>
              <a:t>6</a:t>
            </a:fld>
            <a:endParaRPr lang="hu-HU"/>
          </a:p>
        </p:txBody>
      </p:sp>
    </p:spTree>
    <p:extLst>
      <p:ext uri="{BB962C8B-B14F-4D97-AF65-F5344CB8AC3E}">
        <p14:creationId xmlns:p14="http://schemas.microsoft.com/office/powerpoint/2010/main" val="3215107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The </a:t>
            </a:r>
            <a:r>
              <a:rPr lang="hu-HU" dirty="0" err="1"/>
              <a:t>next</a:t>
            </a:r>
            <a:r>
              <a:rPr lang="hu-HU" dirty="0"/>
              <a:t> city is Pécs, </a:t>
            </a:r>
            <a:r>
              <a:rPr lang="hu-HU" dirty="0" err="1"/>
              <a:t>it</a:t>
            </a:r>
            <a:r>
              <a:rPr lang="hu-HU" dirty="0"/>
              <a:t> has 2 </a:t>
            </a:r>
            <a:r>
              <a:rPr lang="hu-HU" dirty="0" err="1"/>
              <a:t>rooms</a:t>
            </a:r>
            <a:r>
              <a:rPr lang="hu-HU" dirty="0"/>
              <a:t> and a bar, </a:t>
            </a:r>
            <a:r>
              <a:rPr lang="hu-HU" dirty="0" err="1"/>
              <a:t>we</a:t>
            </a:r>
            <a:r>
              <a:rPr lang="hu-HU" dirty="0"/>
              <a:t> </a:t>
            </a:r>
            <a:r>
              <a:rPr lang="hu-HU" dirty="0" err="1"/>
              <a:t>have</a:t>
            </a:r>
            <a:r>
              <a:rPr lang="hu-HU" dirty="0"/>
              <a:t> </a:t>
            </a:r>
            <a:r>
              <a:rPr lang="hu-HU" dirty="0" err="1"/>
              <a:t>VLANs</a:t>
            </a:r>
            <a:r>
              <a:rPr lang="hu-HU" dirty="0"/>
              <a:t> in here. </a:t>
            </a:r>
            <a:r>
              <a:rPr lang="hu-HU" dirty="0" err="1"/>
              <a:t>VLANs</a:t>
            </a:r>
            <a:r>
              <a:rPr lang="hu-HU" dirty="0"/>
              <a:t> </a:t>
            </a:r>
            <a:r>
              <a:rPr lang="hu-HU" dirty="0" err="1"/>
              <a:t>are</a:t>
            </a:r>
            <a:r>
              <a:rPr lang="hu-HU" dirty="0"/>
              <a:t> </a:t>
            </a:r>
            <a:r>
              <a:rPr lang="hu-HU" dirty="0" err="1"/>
              <a:t>room</a:t>
            </a:r>
            <a:r>
              <a:rPr lang="hu-HU" dirty="0"/>
              <a:t> 1, </a:t>
            </a:r>
            <a:r>
              <a:rPr lang="hu-HU" dirty="0" err="1"/>
              <a:t>room</a:t>
            </a:r>
            <a:r>
              <a:rPr lang="hu-HU" dirty="0"/>
              <a:t> 2 and </a:t>
            </a:r>
            <a:r>
              <a:rPr lang="hu-HU" dirty="0" err="1"/>
              <a:t>the</a:t>
            </a:r>
            <a:r>
              <a:rPr lang="hu-HU" dirty="0"/>
              <a:t> bar. </a:t>
            </a:r>
            <a:r>
              <a:rPr lang="hu-HU" dirty="0" err="1"/>
              <a:t>We</a:t>
            </a:r>
            <a:r>
              <a:rPr lang="hu-HU" dirty="0"/>
              <a:t> </a:t>
            </a:r>
            <a:r>
              <a:rPr lang="hu-HU" dirty="0" err="1"/>
              <a:t>use</a:t>
            </a:r>
            <a:r>
              <a:rPr lang="hu-HU" dirty="0"/>
              <a:t> DHCP here </a:t>
            </a:r>
            <a:r>
              <a:rPr lang="hu-HU" dirty="0" err="1"/>
              <a:t>for</a:t>
            </a:r>
            <a:r>
              <a:rPr lang="hu-HU" dirty="0"/>
              <a:t> </a:t>
            </a:r>
            <a:r>
              <a:rPr lang="hu-HU" dirty="0" err="1"/>
              <a:t>the</a:t>
            </a:r>
            <a:r>
              <a:rPr lang="hu-HU" dirty="0"/>
              <a:t> IP </a:t>
            </a:r>
            <a:r>
              <a:rPr lang="hu-HU" dirty="0" err="1"/>
              <a:t>addresses</a:t>
            </a:r>
            <a:r>
              <a:rPr lang="hu-HU" dirty="0"/>
              <a:t>. In </a:t>
            </a:r>
            <a:r>
              <a:rPr lang="hu-HU" dirty="0" err="1"/>
              <a:t>the</a:t>
            </a:r>
            <a:r>
              <a:rPr lang="hu-HU" dirty="0"/>
              <a:t> Bar, </a:t>
            </a:r>
            <a:r>
              <a:rPr lang="hu-HU" dirty="0" err="1"/>
              <a:t>we</a:t>
            </a:r>
            <a:r>
              <a:rPr lang="hu-HU" dirty="0"/>
              <a:t> </a:t>
            </a:r>
            <a:r>
              <a:rPr lang="hu-HU" dirty="0" err="1"/>
              <a:t>use</a:t>
            </a:r>
            <a:r>
              <a:rPr lang="hu-HU" dirty="0"/>
              <a:t> Wifi </a:t>
            </a:r>
            <a:r>
              <a:rPr lang="hu-HU" dirty="0" err="1"/>
              <a:t>connection</a:t>
            </a:r>
            <a:r>
              <a:rPr lang="hu-HU" dirty="0"/>
              <a:t>. </a:t>
            </a:r>
          </a:p>
        </p:txBody>
      </p:sp>
      <p:sp>
        <p:nvSpPr>
          <p:cNvPr id="4" name="Dia számának helye 3"/>
          <p:cNvSpPr>
            <a:spLocks noGrp="1"/>
          </p:cNvSpPr>
          <p:nvPr>
            <p:ph type="sldNum" sz="quarter" idx="5"/>
          </p:nvPr>
        </p:nvSpPr>
        <p:spPr/>
        <p:txBody>
          <a:bodyPr/>
          <a:lstStyle/>
          <a:p>
            <a:fld id="{0FF75FB5-E6B7-4211-A015-2C3A31AFF852}" type="slidenum">
              <a:rPr lang="hu-HU" smtClean="0"/>
              <a:t>7</a:t>
            </a:fld>
            <a:endParaRPr lang="hu-HU"/>
          </a:p>
        </p:txBody>
      </p:sp>
    </p:spTree>
    <p:extLst>
      <p:ext uri="{BB962C8B-B14F-4D97-AF65-F5344CB8AC3E}">
        <p14:creationId xmlns:p14="http://schemas.microsoft.com/office/powerpoint/2010/main" val="2497067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The last and most </a:t>
            </a:r>
            <a:r>
              <a:rPr lang="hu-HU" dirty="0" err="1"/>
              <a:t>important</a:t>
            </a:r>
            <a:r>
              <a:rPr lang="hu-HU" dirty="0"/>
              <a:t> city is Szekszárd, </a:t>
            </a:r>
            <a:r>
              <a:rPr lang="hu-HU" dirty="0" err="1"/>
              <a:t>its</a:t>
            </a:r>
            <a:r>
              <a:rPr lang="hu-HU" dirty="0"/>
              <a:t> </a:t>
            </a:r>
            <a:r>
              <a:rPr lang="hu-HU" dirty="0" err="1"/>
              <a:t>the</a:t>
            </a:r>
            <a:r>
              <a:rPr lang="hu-HU" dirty="0"/>
              <a:t> </a:t>
            </a:r>
            <a:r>
              <a:rPr lang="hu-HU" dirty="0" err="1"/>
              <a:t>admin</a:t>
            </a:r>
            <a:r>
              <a:rPr lang="hu-HU" dirty="0"/>
              <a:t> city. </a:t>
            </a:r>
            <a:r>
              <a:rPr lang="hu-HU" dirty="0" err="1"/>
              <a:t>It</a:t>
            </a:r>
            <a:r>
              <a:rPr lang="hu-HU" dirty="0"/>
              <a:t> has an </a:t>
            </a:r>
            <a:r>
              <a:rPr lang="hu-HU" dirty="0" err="1"/>
              <a:t>office</a:t>
            </a:r>
            <a:r>
              <a:rPr lang="hu-HU" dirty="0"/>
              <a:t>, an </a:t>
            </a:r>
            <a:r>
              <a:rPr lang="hu-HU" dirty="0" err="1"/>
              <a:t>admin</a:t>
            </a:r>
            <a:r>
              <a:rPr lang="hu-HU" dirty="0"/>
              <a:t> </a:t>
            </a:r>
            <a:r>
              <a:rPr lang="hu-HU" dirty="0" err="1"/>
              <a:t>room</a:t>
            </a:r>
            <a:r>
              <a:rPr lang="hu-HU" dirty="0"/>
              <a:t> and a server </a:t>
            </a:r>
            <a:r>
              <a:rPr lang="hu-HU" dirty="0" err="1"/>
              <a:t>room</a:t>
            </a:r>
            <a:r>
              <a:rPr lang="hu-HU" dirty="0"/>
              <a:t>. </a:t>
            </a:r>
            <a:r>
              <a:rPr lang="hu-HU" dirty="0" err="1"/>
              <a:t>We</a:t>
            </a:r>
            <a:r>
              <a:rPr lang="hu-HU" dirty="0"/>
              <a:t> </a:t>
            </a:r>
            <a:r>
              <a:rPr lang="hu-HU" dirty="0" err="1"/>
              <a:t>have</a:t>
            </a:r>
            <a:r>
              <a:rPr lang="hu-HU" dirty="0"/>
              <a:t> servers here like mail and web. </a:t>
            </a:r>
            <a:r>
              <a:rPr lang="hu-HU" dirty="0" err="1"/>
              <a:t>This</a:t>
            </a:r>
            <a:r>
              <a:rPr lang="hu-HU" dirty="0"/>
              <a:t> city got 12 </a:t>
            </a:r>
            <a:r>
              <a:rPr lang="hu-HU" dirty="0" err="1"/>
              <a:t>PCs</a:t>
            </a:r>
            <a:r>
              <a:rPr lang="hu-HU" dirty="0"/>
              <a:t>, 2 </a:t>
            </a:r>
            <a:r>
              <a:rPr lang="hu-HU" dirty="0" err="1"/>
              <a:t>printers</a:t>
            </a:r>
            <a:r>
              <a:rPr lang="hu-HU" dirty="0"/>
              <a:t> and 3 servers. </a:t>
            </a:r>
            <a:r>
              <a:rPr lang="hu-HU" dirty="0" err="1"/>
              <a:t>This</a:t>
            </a:r>
            <a:r>
              <a:rPr lang="hu-HU" dirty="0"/>
              <a:t> is </a:t>
            </a:r>
            <a:r>
              <a:rPr lang="hu-HU" dirty="0" err="1"/>
              <a:t>where</a:t>
            </a:r>
            <a:r>
              <a:rPr lang="hu-HU" dirty="0"/>
              <a:t> </a:t>
            </a:r>
            <a:r>
              <a:rPr lang="hu-HU" dirty="0" err="1"/>
              <a:t>we</a:t>
            </a:r>
            <a:r>
              <a:rPr lang="hu-HU" dirty="0"/>
              <a:t> </a:t>
            </a:r>
            <a:r>
              <a:rPr lang="hu-HU" dirty="0" err="1"/>
              <a:t>control</a:t>
            </a:r>
            <a:r>
              <a:rPr lang="hu-HU" dirty="0"/>
              <a:t> </a:t>
            </a:r>
            <a:r>
              <a:rPr lang="hu-HU" dirty="0" err="1"/>
              <a:t>the</a:t>
            </a:r>
            <a:r>
              <a:rPr lang="hu-HU" dirty="0"/>
              <a:t> </a:t>
            </a:r>
            <a:r>
              <a:rPr lang="hu-HU" dirty="0" err="1"/>
              <a:t>other</a:t>
            </a:r>
            <a:r>
              <a:rPr lang="hu-HU" dirty="0"/>
              <a:t> </a:t>
            </a:r>
            <a:r>
              <a:rPr lang="hu-HU" dirty="0" err="1"/>
              <a:t>cities</a:t>
            </a:r>
            <a:r>
              <a:rPr lang="hu-HU" dirty="0"/>
              <a:t> and </a:t>
            </a:r>
            <a:r>
              <a:rPr lang="hu-HU" dirty="0" err="1"/>
              <a:t>everything</a:t>
            </a:r>
            <a:r>
              <a:rPr lang="hu-HU" dirty="0"/>
              <a:t>.</a:t>
            </a:r>
          </a:p>
        </p:txBody>
      </p:sp>
      <p:sp>
        <p:nvSpPr>
          <p:cNvPr id="4" name="Dia számának helye 3"/>
          <p:cNvSpPr>
            <a:spLocks noGrp="1"/>
          </p:cNvSpPr>
          <p:nvPr>
            <p:ph type="sldNum" sz="quarter" idx="5"/>
          </p:nvPr>
        </p:nvSpPr>
        <p:spPr/>
        <p:txBody>
          <a:bodyPr/>
          <a:lstStyle/>
          <a:p>
            <a:fld id="{0FF75FB5-E6B7-4211-A015-2C3A31AFF852}" type="slidenum">
              <a:rPr lang="hu-HU" smtClean="0"/>
              <a:t>8</a:t>
            </a:fld>
            <a:endParaRPr lang="hu-HU"/>
          </a:p>
        </p:txBody>
      </p:sp>
    </p:spTree>
    <p:extLst>
      <p:ext uri="{BB962C8B-B14F-4D97-AF65-F5344CB8AC3E}">
        <p14:creationId xmlns:p14="http://schemas.microsoft.com/office/powerpoint/2010/main" val="309469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err="1"/>
              <a:t>We</a:t>
            </a:r>
            <a:r>
              <a:rPr lang="hu-HU" dirty="0"/>
              <a:t> </a:t>
            </a:r>
            <a:r>
              <a:rPr lang="hu-HU" dirty="0" err="1"/>
              <a:t>used</a:t>
            </a:r>
            <a:r>
              <a:rPr lang="hu-HU" dirty="0"/>
              <a:t> </a:t>
            </a:r>
            <a:r>
              <a:rPr lang="hu-HU" dirty="0" err="1"/>
              <a:t>Jira</a:t>
            </a:r>
            <a:r>
              <a:rPr lang="hu-HU" dirty="0"/>
              <a:t> </a:t>
            </a:r>
            <a:r>
              <a:rPr lang="hu-HU" dirty="0" err="1"/>
              <a:t>for</a:t>
            </a:r>
            <a:r>
              <a:rPr lang="hu-HU" dirty="0"/>
              <a:t> </a:t>
            </a:r>
            <a:r>
              <a:rPr lang="hu-HU" dirty="0" err="1"/>
              <a:t>our</a:t>
            </a:r>
            <a:r>
              <a:rPr lang="hu-HU" dirty="0"/>
              <a:t> project, </a:t>
            </a:r>
            <a:r>
              <a:rPr lang="hu-HU" dirty="0" err="1"/>
              <a:t>its</a:t>
            </a:r>
            <a:r>
              <a:rPr lang="hu-HU" dirty="0"/>
              <a:t> a </a:t>
            </a:r>
            <a:r>
              <a:rPr lang="hu-HU" dirty="0" err="1"/>
              <a:t>very</a:t>
            </a:r>
            <a:r>
              <a:rPr lang="hu-HU" dirty="0"/>
              <a:t> </a:t>
            </a:r>
            <a:r>
              <a:rPr lang="hu-HU" dirty="0" err="1"/>
              <a:t>important</a:t>
            </a:r>
            <a:r>
              <a:rPr lang="hu-HU" dirty="0"/>
              <a:t> </a:t>
            </a:r>
            <a:r>
              <a:rPr lang="hu-HU" dirty="0" err="1"/>
              <a:t>tool</a:t>
            </a:r>
            <a:r>
              <a:rPr lang="hu-HU" dirty="0"/>
              <a:t>, </a:t>
            </a:r>
            <a:r>
              <a:rPr lang="hu-HU" dirty="0" err="1"/>
              <a:t>as</a:t>
            </a:r>
            <a:r>
              <a:rPr lang="hu-HU" dirty="0"/>
              <a:t> </a:t>
            </a:r>
            <a:r>
              <a:rPr lang="hu-HU" dirty="0" err="1"/>
              <a:t>when</a:t>
            </a:r>
            <a:r>
              <a:rPr lang="hu-HU" dirty="0"/>
              <a:t> </a:t>
            </a:r>
            <a:r>
              <a:rPr lang="hu-HU" dirty="0" err="1"/>
              <a:t>we</a:t>
            </a:r>
            <a:r>
              <a:rPr lang="hu-HU" dirty="0"/>
              <a:t> had </a:t>
            </a:r>
            <a:r>
              <a:rPr lang="hu-HU" dirty="0" err="1"/>
              <a:t>any</a:t>
            </a:r>
            <a:r>
              <a:rPr lang="hu-HU" dirty="0"/>
              <a:t> </a:t>
            </a:r>
            <a:r>
              <a:rPr lang="hu-HU" dirty="0" err="1"/>
              <a:t>tasks</a:t>
            </a:r>
            <a:r>
              <a:rPr lang="hu-HU" dirty="0"/>
              <a:t> </a:t>
            </a:r>
            <a:r>
              <a:rPr lang="hu-HU" dirty="0" err="1"/>
              <a:t>to</a:t>
            </a:r>
            <a:r>
              <a:rPr lang="hu-HU" dirty="0"/>
              <a:t> </a:t>
            </a:r>
            <a:r>
              <a:rPr lang="hu-HU" dirty="0" err="1"/>
              <a:t>do</a:t>
            </a:r>
            <a:r>
              <a:rPr lang="hu-HU" dirty="0"/>
              <a:t> </a:t>
            </a:r>
            <a:r>
              <a:rPr lang="hu-HU" dirty="0" err="1"/>
              <a:t>we</a:t>
            </a:r>
            <a:r>
              <a:rPr lang="hu-HU" dirty="0"/>
              <a:t> </a:t>
            </a:r>
            <a:r>
              <a:rPr lang="hu-HU" dirty="0" err="1"/>
              <a:t>used</a:t>
            </a:r>
            <a:r>
              <a:rPr lang="hu-HU" dirty="0"/>
              <a:t> </a:t>
            </a:r>
            <a:r>
              <a:rPr lang="hu-HU" dirty="0" err="1"/>
              <a:t>this</a:t>
            </a:r>
            <a:r>
              <a:rPr lang="hu-HU" dirty="0"/>
              <a:t>, </a:t>
            </a:r>
            <a:r>
              <a:rPr lang="hu-HU" dirty="0" err="1"/>
              <a:t>so</a:t>
            </a:r>
            <a:r>
              <a:rPr lang="hu-HU" dirty="0"/>
              <a:t> </a:t>
            </a:r>
            <a:r>
              <a:rPr lang="hu-HU" dirty="0" err="1"/>
              <a:t>we</a:t>
            </a:r>
            <a:r>
              <a:rPr lang="hu-HU" dirty="0"/>
              <a:t> </a:t>
            </a:r>
            <a:r>
              <a:rPr lang="hu-HU" dirty="0" err="1"/>
              <a:t>knew</a:t>
            </a:r>
            <a:r>
              <a:rPr lang="hu-HU" dirty="0"/>
              <a:t> </a:t>
            </a:r>
            <a:r>
              <a:rPr lang="hu-HU" dirty="0" err="1"/>
              <a:t>when</a:t>
            </a:r>
            <a:r>
              <a:rPr lang="hu-HU" dirty="0"/>
              <a:t> </a:t>
            </a:r>
            <a:r>
              <a:rPr lang="hu-HU" dirty="0" err="1"/>
              <a:t>we</a:t>
            </a:r>
            <a:r>
              <a:rPr lang="hu-HU" dirty="0"/>
              <a:t> </a:t>
            </a:r>
            <a:r>
              <a:rPr lang="hu-HU" dirty="0" err="1"/>
              <a:t>are</a:t>
            </a:r>
            <a:r>
              <a:rPr lang="hu-HU" dirty="0"/>
              <a:t> </a:t>
            </a:r>
            <a:r>
              <a:rPr lang="hu-HU" dirty="0" err="1"/>
              <a:t>done</a:t>
            </a:r>
            <a:r>
              <a:rPr lang="hu-HU" dirty="0"/>
              <a:t> </a:t>
            </a:r>
            <a:r>
              <a:rPr lang="hu-HU" dirty="0" err="1"/>
              <a:t>with</a:t>
            </a:r>
            <a:r>
              <a:rPr lang="hu-HU" dirty="0"/>
              <a:t> </a:t>
            </a:r>
            <a:r>
              <a:rPr lang="hu-HU" dirty="0" err="1"/>
              <a:t>it</a:t>
            </a:r>
            <a:r>
              <a:rPr lang="hu-HU" dirty="0"/>
              <a:t> and </a:t>
            </a:r>
            <a:r>
              <a:rPr lang="hu-HU" dirty="0" err="1"/>
              <a:t>if</a:t>
            </a:r>
            <a:r>
              <a:rPr lang="hu-HU" dirty="0"/>
              <a:t> </a:t>
            </a:r>
            <a:r>
              <a:rPr lang="hu-HU" dirty="0" err="1"/>
              <a:t>we</a:t>
            </a:r>
            <a:r>
              <a:rPr lang="hu-HU" dirty="0"/>
              <a:t> got </a:t>
            </a:r>
            <a:r>
              <a:rPr lang="hu-HU" dirty="0" err="1"/>
              <a:t>any</a:t>
            </a:r>
            <a:r>
              <a:rPr lang="hu-HU" dirty="0"/>
              <a:t> </a:t>
            </a:r>
            <a:r>
              <a:rPr lang="hu-HU" dirty="0" err="1"/>
              <a:t>other</a:t>
            </a:r>
            <a:r>
              <a:rPr lang="hu-HU" dirty="0"/>
              <a:t> </a:t>
            </a:r>
            <a:r>
              <a:rPr lang="hu-HU" dirty="0" err="1"/>
              <a:t>tasks</a:t>
            </a:r>
            <a:r>
              <a:rPr lang="hu-HU" dirty="0"/>
              <a:t> </a:t>
            </a:r>
            <a:r>
              <a:rPr lang="hu-HU" dirty="0" err="1"/>
              <a:t>to</a:t>
            </a:r>
            <a:r>
              <a:rPr lang="hu-HU" dirty="0"/>
              <a:t> </a:t>
            </a:r>
            <a:r>
              <a:rPr lang="hu-HU" dirty="0" err="1"/>
              <a:t>do</a:t>
            </a:r>
            <a:r>
              <a:rPr lang="hu-HU" dirty="0"/>
              <a:t>. </a:t>
            </a:r>
            <a:r>
              <a:rPr lang="hu-HU" dirty="0" err="1"/>
              <a:t>We</a:t>
            </a:r>
            <a:r>
              <a:rPr lang="hu-HU" dirty="0"/>
              <a:t> </a:t>
            </a:r>
            <a:r>
              <a:rPr lang="hu-HU" dirty="0" err="1"/>
              <a:t>could</a:t>
            </a:r>
            <a:r>
              <a:rPr lang="hu-HU" dirty="0"/>
              <a:t> </a:t>
            </a:r>
            <a:r>
              <a:rPr lang="hu-HU" dirty="0" err="1"/>
              <a:t>also</a:t>
            </a:r>
            <a:r>
              <a:rPr lang="hu-HU" dirty="0"/>
              <a:t> </a:t>
            </a:r>
            <a:r>
              <a:rPr lang="hu-HU" dirty="0" err="1"/>
              <a:t>see</a:t>
            </a:r>
            <a:r>
              <a:rPr lang="hu-HU" dirty="0"/>
              <a:t> here </a:t>
            </a:r>
            <a:r>
              <a:rPr lang="hu-HU" dirty="0" err="1"/>
              <a:t>how</a:t>
            </a:r>
            <a:r>
              <a:rPr lang="hu-HU" dirty="0"/>
              <a:t> </a:t>
            </a:r>
            <a:r>
              <a:rPr lang="hu-HU" dirty="0" err="1"/>
              <a:t>much</a:t>
            </a:r>
            <a:r>
              <a:rPr lang="hu-HU" dirty="0"/>
              <a:t> </a:t>
            </a:r>
            <a:r>
              <a:rPr lang="hu-HU" dirty="0" err="1"/>
              <a:t>time</a:t>
            </a:r>
            <a:r>
              <a:rPr lang="hu-HU" dirty="0"/>
              <a:t> </a:t>
            </a:r>
            <a:r>
              <a:rPr lang="hu-HU" dirty="0" err="1"/>
              <a:t>someone</a:t>
            </a:r>
            <a:r>
              <a:rPr lang="hu-HU" dirty="0"/>
              <a:t> </a:t>
            </a:r>
            <a:r>
              <a:rPr lang="hu-HU" dirty="0" err="1"/>
              <a:t>spent</a:t>
            </a:r>
            <a:r>
              <a:rPr lang="hu-HU" dirty="0"/>
              <a:t> </a:t>
            </a:r>
            <a:r>
              <a:rPr lang="hu-HU" dirty="0" err="1"/>
              <a:t>on</a:t>
            </a:r>
            <a:r>
              <a:rPr lang="hu-HU" dirty="0"/>
              <a:t> </a:t>
            </a:r>
            <a:r>
              <a:rPr lang="hu-HU" dirty="0" err="1"/>
              <a:t>the</a:t>
            </a:r>
            <a:r>
              <a:rPr lang="hu-HU" dirty="0"/>
              <a:t> </a:t>
            </a:r>
            <a:r>
              <a:rPr lang="hu-HU" dirty="0" err="1"/>
              <a:t>tasks</a:t>
            </a:r>
            <a:r>
              <a:rPr lang="hu-HU" dirty="0"/>
              <a:t> </a:t>
            </a:r>
            <a:r>
              <a:rPr lang="hu-HU" dirty="0" err="1"/>
              <a:t>which</a:t>
            </a:r>
            <a:r>
              <a:rPr lang="hu-HU" dirty="0"/>
              <a:t> is </a:t>
            </a:r>
            <a:r>
              <a:rPr lang="hu-HU" dirty="0" err="1"/>
              <a:t>very</a:t>
            </a:r>
            <a:r>
              <a:rPr lang="hu-HU" dirty="0"/>
              <a:t> </a:t>
            </a:r>
            <a:r>
              <a:rPr lang="hu-HU" dirty="0" err="1"/>
              <a:t>good</a:t>
            </a:r>
            <a:r>
              <a:rPr lang="hu-HU" dirty="0"/>
              <a:t>.</a:t>
            </a:r>
          </a:p>
        </p:txBody>
      </p:sp>
      <p:sp>
        <p:nvSpPr>
          <p:cNvPr id="4" name="Dia számának helye 3"/>
          <p:cNvSpPr>
            <a:spLocks noGrp="1"/>
          </p:cNvSpPr>
          <p:nvPr>
            <p:ph type="sldNum" sz="quarter" idx="5"/>
          </p:nvPr>
        </p:nvSpPr>
        <p:spPr/>
        <p:txBody>
          <a:bodyPr/>
          <a:lstStyle/>
          <a:p>
            <a:fld id="{0FF75FB5-E6B7-4211-A015-2C3A31AFF852}" type="slidenum">
              <a:rPr lang="hu-HU" smtClean="0"/>
              <a:t>9</a:t>
            </a:fld>
            <a:endParaRPr lang="hu-HU"/>
          </a:p>
        </p:txBody>
      </p:sp>
    </p:spTree>
    <p:extLst>
      <p:ext uri="{BB962C8B-B14F-4D97-AF65-F5344CB8AC3E}">
        <p14:creationId xmlns:p14="http://schemas.microsoft.com/office/powerpoint/2010/main" val="2465019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err="1"/>
              <a:t>We</a:t>
            </a:r>
            <a:r>
              <a:rPr lang="hu-HU" dirty="0"/>
              <a:t> </a:t>
            </a:r>
            <a:r>
              <a:rPr lang="hu-HU" dirty="0" err="1"/>
              <a:t>also</a:t>
            </a:r>
            <a:r>
              <a:rPr lang="hu-HU" dirty="0"/>
              <a:t> </a:t>
            </a:r>
            <a:r>
              <a:rPr lang="hu-HU" dirty="0" err="1"/>
              <a:t>used</a:t>
            </a:r>
            <a:r>
              <a:rPr lang="hu-HU" dirty="0"/>
              <a:t> </a:t>
            </a:r>
            <a:r>
              <a:rPr lang="hu-HU" dirty="0" err="1"/>
              <a:t>Git</a:t>
            </a:r>
            <a:r>
              <a:rPr lang="hu-HU" dirty="0"/>
              <a:t> </a:t>
            </a:r>
            <a:r>
              <a:rPr lang="hu-HU" dirty="0" err="1"/>
              <a:t>for</a:t>
            </a:r>
            <a:r>
              <a:rPr lang="hu-HU" dirty="0"/>
              <a:t> </a:t>
            </a:r>
            <a:r>
              <a:rPr lang="hu-HU" dirty="0" err="1"/>
              <a:t>our</a:t>
            </a:r>
            <a:r>
              <a:rPr lang="hu-HU" dirty="0"/>
              <a:t> project. </a:t>
            </a:r>
            <a:r>
              <a:rPr lang="hu-HU" dirty="0" err="1"/>
              <a:t>It</a:t>
            </a:r>
            <a:r>
              <a:rPr lang="hu-HU" dirty="0"/>
              <a:t> is </a:t>
            </a:r>
            <a:r>
              <a:rPr lang="hu-HU" dirty="0" err="1"/>
              <a:t>where</a:t>
            </a:r>
            <a:r>
              <a:rPr lang="hu-HU" dirty="0"/>
              <a:t> </a:t>
            </a:r>
            <a:r>
              <a:rPr lang="hu-HU" dirty="0" err="1"/>
              <a:t>we</a:t>
            </a:r>
            <a:r>
              <a:rPr lang="hu-HU" dirty="0"/>
              <a:t> </a:t>
            </a:r>
            <a:r>
              <a:rPr lang="hu-HU" dirty="0" err="1"/>
              <a:t>upload</a:t>
            </a:r>
            <a:r>
              <a:rPr lang="hu-HU" dirty="0"/>
              <a:t> </a:t>
            </a:r>
            <a:r>
              <a:rPr lang="hu-HU" dirty="0" err="1"/>
              <a:t>all</a:t>
            </a:r>
            <a:r>
              <a:rPr lang="hu-HU" dirty="0"/>
              <a:t> of </a:t>
            </a:r>
            <a:r>
              <a:rPr lang="hu-HU" dirty="0" err="1"/>
              <a:t>our</a:t>
            </a:r>
            <a:r>
              <a:rPr lang="hu-HU" dirty="0"/>
              <a:t> </a:t>
            </a:r>
            <a:r>
              <a:rPr lang="hu-HU" dirty="0" err="1"/>
              <a:t>files</a:t>
            </a:r>
            <a:r>
              <a:rPr lang="hu-HU" dirty="0"/>
              <a:t>, </a:t>
            </a:r>
            <a:r>
              <a:rPr lang="hu-HU" dirty="0" err="1"/>
              <a:t>so</a:t>
            </a:r>
            <a:r>
              <a:rPr lang="hu-HU" dirty="0"/>
              <a:t> </a:t>
            </a:r>
            <a:r>
              <a:rPr lang="hu-HU" dirty="0" err="1"/>
              <a:t>we</a:t>
            </a:r>
            <a:r>
              <a:rPr lang="hu-HU" dirty="0"/>
              <a:t> </a:t>
            </a:r>
            <a:r>
              <a:rPr lang="hu-HU" dirty="0" err="1"/>
              <a:t>can</a:t>
            </a:r>
            <a:r>
              <a:rPr lang="hu-HU" dirty="0"/>
              <a:t> </a:t>
            </a:r>
            <a:r>
              <a:rPr lang="hu-HU" dirty="0" err="1"/>
              <a:t>get</a:t>
            </a:r>
            <a:r>
              <a:rPr lang="hu-HU" dirty="0"/>
              <a:t> </a:t>
            </a:r>
            <a:r>
              <a:rPr lang="hu-HU" dirty="0" err="1"/>
              <a:t>them</a:t>
            </a:r>
            <a:r>
              <a:rPr lang="hu-HU" dirty="0"/>
              <a:t> </a:t>
            </a:r>
            <a:r>
              <a:rPr lang="hu-HU" dirty="0" err="1"/>
              <a:t>anytime</a:t>
            </a:r>
            <a:r>
              <a:rPr lang="hu-HU" dirty="0"/>
              <a:t>, like </a:t>
            </a:r>
            <a:r>
              <a:rPr lang="hu-HU" dirty="0" err="1"/>
              <a:t>if</a:t>
            </a:r>
            <a:r>
              <a:rPr lang="hu-HU" dirty="0"/>
              <a:t> </a:t>
            </a:r>
            <a:r>
              <a:rPr lang="hu-HU" dirty="0" err="1"/>
              <a:t>something</a:t>
            </a:r>
            <a:r>
              <a:rPr lang="hu-HU" dirty="0"/>
              <a:t> </a:t>
            </a:r>
            <a:r>
              <a:rPr lang="hu-HU" dirty="0" err="1"/>
              <a:t>happens</a:t>
            </a:r>
            <a:r>
              <a:rPr lang="hu-HU" dirty="0"/>
              <a:t>, </a:t>
            </a:r>
            <a:r>
              <a:rPr lang="hu-HU" dirty="0" err="1"/>
              <a:t>we</a:t>
            </a:r>
            <a:r>
              <a:rPr lang="hu-HU" dirty="0"/>
              <a:t> </a:t>
            </a:r>
            <a:r>
              <a:rPr lang="hu-HU" dirty="0" err="1"/>
              <a:t>can</a:t>
            </a:r>
            <a:r>
              <a:rPr lang="hu-HU" dirty="0"/>
              <a:t> </a:t>
            </a:r>
            <a:r>
              <a:rPr lang="hu-HU" dirty="0" err="1"/>
              <a:t>still</a:t>
            </a:r>
            <a:r>
              <a:rPr lang="hu-HU" dirty="0"/>
              <a:t> </a:t>
            </a:r>
            <a:r>
              <a:rPr lang="hu-HU" dirty="0" err="1"/>
              <a:t>get</a:t>
            </a:r>
            <a:r>
              <a:rPr lang="hu-HU" dirty="0"/>
              <a:t> </a:t>
            </a:r>
            <a:r>
              <a:rPr lang="hu-HU" dirty="0" err="1"/>
              <a:t>it</a:t>
            </a:r>
            <a:r>
              <a:rPr lang="hu-HU" dirty="0"/>
              <a:t> </a:t>
            </a:r>
            <a:r>
              <a:rPr lang="hu-HU" dirty="0" err="1"/>
              <a:t>from</a:t>
            </a:r>
            <a:r>
              <a:rPr lang="hu-HU" dirty="0"/>
              <a:t> </a:t>
            </a:r>
            <a:r>
              <a:rPr lang="hu-HU" dirty="0" err="1"/>
              <a:t>the</a:t>
            </a:r>
            <a:r>
              <a:rPr lang="hu-HU" dirty="0"/>
              <a:t> </a:t>
            </a:r>
            <a:r>
              <a:rPr lang="hu-HU" dirty="0" err="1"/>
              <a:t>Git</a:t>
            </a:r>
            <a:r>
              <a:rPr lang="hu-HU" dirty="0"/>
              <a:t>, </a:t>
            </a:r>
            <a:r>
              <a:rPr lang="hu-HU" dirty="0" err="1"/>
              <a:t>as</a:t>
            </a:r>
            <a:r>
              <a:rPr lang="hu-HU" dirty="0"/>
              <a:t> </a:t>
            </a:r>
            <a:r>
              <a:rPr lang="hu-HU" dirty="0" err="1"/>
              <a:t>we</a:t>
            </a:r>
            <a:r>
              <a:rPr lang="hu-HU" dirty="0"/>
              <a:t> </a:t>
            </a:r>
            <a:r>
              <a:rPr lang="hu-HU" dirty="0" err="1"/>
              <a:t>have</a:t>
            </a:r>
            <a:r>
              <a:rPr lang="hu-HU" dirty="0"/>
              <a:t> </a:t>
            </a:r>
            <a:r>
              <a:rPr lang="hu-HU" dirty="0" err="1"/>
              <a:t>everything</a:t>
            </a:r>
            <a:r>
              <a:rPr lang="hu-HU" dirty="0"/>
              <a:t> </a:t>
            </a:r>
            <a:r>
              <a:rPr lang="hu-HU" dirty="0" err="1"/>
              <a:t>saved</a:t>
            </a:r>
            <a:r>
              <a:rPr lang="hu-HU" dirty="0"/>
              <a:t> </a:t>
            </a:r>
            <a:r>
              <a:rPr lang="hu-HU" dirty="0" err="1"/>
              <a:t>there</a:t>
            </a:r>
            <a:r>
              <a:rPr lang="hu-HU" dirty="0"/>
              <a:t>.</a:t>
            </a:r>
          </a:p>
        </p:txBody>
      </p:sp>
      <p:sp>
        <p:nvSpPr>
          <p:cNvPr id="4" name="Dia számának helye 3"/>
          <p:cNvSpPr>
            <a:spLocks noGrp="1"/>
          </p:cNvSpPr>
          <p:nvPr>
            <p:ph type="sldNum" sz="quarter" idx="5"/>
          </p:nvPr>
        </p:nvSpPr>
        <p:spPr/>
        <p:txBody>
          <a:bodyPr/>
          <a:lstStyle/>
          <a:p>
            <a:fld id="{0FF75FB5-E6B7-4211-A015-2C3A31AFF852}" type="slidenum">
              <a:rPr lang="hu-HU" smtClean="0"/>
              <a:t>10</a:t>
            </a:fld>
            <a:endParaRPr lang="hu-HU"/>
          </a:p>
        </p:txBody>
      </p:sp>
    </p:spTree>
    <p:extLst>
      <p:ext uri="{BB962C8B-B14F-4D97-AF65-F5344CB8AC3E}">
        <p14:creationId xmlns:p14="http://schemas.microsoft.com/office/powerpoint/2010/main" val="1946499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err="1"/>
              <a:t>We</a:t>
            </a:r>
            <a:r>
              <a:rPr lang="hu-HU" dirty="0"/>
              <a:t> tested a </a:t>
            </a:r>
            <a:r>
              <a:rPr lang="hu-HU" dirty="0" err="1"/>
              <a:t>lot</a:t>
            </a:r>
            <a:r>
              <a:rPr lang="hu-HU" dirty="0"/>
              <a:t> in </a:t>
            </a:r>
            <a:r>
              <a:rPr lang="hu-HU" dirty="0" err="1"/>
              <a:t>our</a:t>
            </a:r>
            <a:r>
              <a:rPr lang="hu-HU" dirty="0"/>
              <a:t> </a:t>
            </a:r>
            <a:r>
              <a:rPr lang="hu-HU" dirty="0" err="1"/>
              <a:t>network</a:t>
            </a:r>
            <a:r>
              <a:rPr lang="hu-HU" dirty="0"/>
              <a:t> </a:t>
            </a:r>
            <a:r>
              <a:rPr lang="hu-HU" dirty="0" err="1"/>
              <a:t>to</a:t>
            </a:r>
            <a:r>
              <a:rPr lang="hu-HU" dirty="0"/>
              <a:t> </a:t>
            </a:r>
            <a:r>
              <a:rPr lang="hu-HU" dirty="0" err="1"/>
              <a:t>find</a:t>
            </a:r>
            <a:r>
              <a:rPr lang="hu-HU" dirty="0"/>
              <a:t> </a:t>
            </a:r>
            <a:r>
              <a:rPr lang="hu-HU" dirty="0" err="1"/>
              <a:t>bugs</a:t>
            </a:r>
            <a:r>
              <a:rPr lang="hu-HU" dirty="0"/>
              <a:t>, </a:t>
            </a:r>
            <a:r>
              <a:rPr lang="hu-HU" dirty="0" err="1"/>
              <a:t>its</a:t>
            </a:r>
            <a:r>
              <a:rPr lang="hu-HU" dirty="0"/>
              <a:t> a </a:t>
            </a:r>
            <a:r>
              <a:rPr lang="hu-HU" dirty="0" err="1"/>
              <a:t>very</a:t>
            </a:r>
            <a:r>
              <a:rPr lang="hu-HU" dirty="0"/>
              <a:t> </a:t>
            </a:r>
            <a:r>
              <a:rPr lang="hu-HU" dirty="0" err="1"/>
              <a:t>important</a:t>
            </a:r>
            <a:r>
              <a:rPr lang="hu-HU" dirty="0"/>
              <a:t> </a:t>
            </a:r>
            <a:r>
              <a:rPr lang="hu-HU" dirty="0" err="1"/>
              <a:t>thing</a:t>
            </a:r>
            <a:r>
              <a:rPr lang="hu-HU" dirty="0"/>
              <a:t> </a:t>
            </a:r>
            <a:r>
              <a:rPr lang="hu-HU" dirty="0" err="1"/>
              <a:t>as</a:t>
            </a:r>
            <a:r>
              <a:rPr lang="hu-HU" dirty="0"/>
              <a:t> </a:t>
            </a:r>
            <a:r>
              <a:rPr lang="hu-HU" dirty="0" err="1"/>
              <a:t>we</a:t>
            </a:r>
            <a:r>
              <a:rPr lang="hu-HU" dirty="0"/>
              <a:t> </a:t>
            </a:r>
            <a:r>
              <a:rPr lang="hu-HU" dirty="0" err="1"/>
              <a:t>found</a:t>
            </a:r>
            <a:r>
              <a:rPr lang="hu-HU" dirty="0"/>
              <a:t> </a:t>
            </a:r>
            <a:r>
              <a:rPr lang="hu-HU" dirty="0" err="1"/>
              <a:t>some</a:t>
            </a:r>
            <a:r>
              <a:rPr lang="hu-HU" dirty="0"/>
              <a:t> </a:t>
            </a:r>
            <a:r>
              <a:rPr lang="hu-HU" dirty="0" err="1"/>
              <a:t>bugs</a:t>
            </a:r>
            <a:r>
              <a:rPr lang="hu-HU" dirty="0"/>
              <a:t> </a:t>
            </a:r>
            <a:r>
              <a:rPr lang="hu-HU" dirty="0" err="1"/>
              <a:t>thanks</a:t>
            </a:r>
            <a:r>
              <a:rPr lang="hu-HU" dirty="0"/>
              <a:t> </a:t>
            </a:r>
            <a:r>
              <a:rPr lang="hu-HU" dirty="0" err="1"/>
              <a:t>to</a:t>
            </a:r>
            <a:r>
              <a:rPr lang="hu-HU" dirty="0"/>
              <a:t> </a:t>
            </a:r>
            <a:r>
              <a:rPr lang="hu-HU" dirty="0" err="1"/>
              <a:t>this</a:t>
            </a:r>
            <a:r>
              <a:rPr lang="hu-HU" dirty="0"/>
              <a:t>, and fixed </a:t>
            </a:r>
            <a:r>
              <a:rPr lang="hu-HU" dirty="0" err="1"/>
              <a:t>them</a:t>
            </a:r>
            <a:r>
              <a:rPr lang="hu-HU" dirty="0"/>
              <a:t>. </a:t>
            </a:r>
            <a:r>
              <a:rPr lang="hu-HU" dirty="0" err="1"/>
              <a:t>We</a:t>
            </a:r>
            <a:r>
              <a:rPr lang="hu-HU" dirty="0"/>
              <a:t> </a:t>
            </a:r>
            <a:r>
              <a:rPr lang="hu-HU" dirty="0" err="1"/>
              <a:t>used</a:t>
            </a:r>
            <a:r>
              <a:rPr lang="hu-HU" dirty="0"/>
              <a:t> a </a:t>
            </a:r>
            <a:r>
              <a:rPr lang="hu-HU" dirty="0" err="1"/>
              <a:t>table</a:t>
            </a:r>
            <a:r>
              <a:rPr lang="hu-HU" dirty="0"/>
              <a:t> </a:t>
            </a:r>
            <a:r>
              <a:rPr lang="hu-HU" dirty="0" err="1"/>
              <a:t>for</a:t>
            </a:r>
            <a:r>
              <a:rPr lang="hu-HU" dirty="0"/>
              <a:t> </a:t>
            </a:r>
            <a:r>
              <a:rPr lang="hu-HU" dirty="0" err="1"/>
              <a:t>the</a:t>
            </a:r>
            <a:r>
              <a:rPr lang="hu-HU" dirty="0"/>
              <a:t> testing </a:t>
            </a:r>
            <a:r>
              <a:rPr lang="hu-HU" dirty="0" err="1"/>
              <a:t>as</a:t>
            </a:r>
            <a:r>
              <a:rPr lang="hu-HU" dirty="0"/>
              <a:t> </a:t>
            </a:r>
            <a:r>
              <a:rPr lang="hu-HU" dirty="0" err="1"/>
              <a:t>you</a:t>
            </a:r>
            <a:r>
              <a:rPr lang="hu-HU" dirty="0"/>
              <a:t> </a:t>
            </a:r>
            <a:r>
              <a:rPr lang="hu-HU" dirty="0" err="1"/>
              <a:t>can</a:t>
            </a:r>
            <a:r>
              <a:rPr lang="hu-HU" dirty="0"/>
              <a:t> </a:t>
            </a:r>
            <a:r>
              <a:rPr lang="hu-HU" dirty="0" err="1"/>
              <a:t>see</a:t>
            </a:r>
            <a:r>
              <a:rPr lang="hu-HU" dirty="0"/>
              <a:t>, </a:t>
            </a:r>
            <a:r>
              <a:rPr lang="hu-HU" dirty="0" err="1"/>
              <a:t>it</a:t>
            </a:r>
            <a:r>
              <a:rPr lang="hu-HU" dirty="0"/>
              <a:t> </a:t>
            </a:r>
            <a:r>
              <a:rPr lang="hu-HU" dirty="0" err="1"/>
              <a:t>was</a:t>
            </a:r>
            <a:r>
              <a:rPr lang="hu-HU" dirty="0"/>
              <a:t> </a:t>
            </a:r>
            <a:r>
              <a:rPr lang="hu-HU" dirty="0" err="1"/>
              <a:t>very</a:t>
            </a:r>
            <a:r>
              <a:rPr lang="hu-HU" dirty="0"/>
              <a:t> </a:t>
            </a:r>
            <a:r>
              <a:rPr lang="hu-HU" dirty="0" err="1"/>
              <a:t>easy</a:t>
            </a:r>
            <a:r>
              <a:rPr lang="hu-HU" dirty="0"/>
              <a:t> </a:t>
            </a:r>
            <a:r>
              <a:rPr lang="hu-HU" dirty="0" err="1"/>
              <a:t>to</a:t>
            </a:r>
            <a:r>
              <a:rPr lang="hu-HU" dirty="0"/>
              <a:t> </a:t>
            </a:r>
            <a:r>
              <a:rPr lang="hu-HU" dirty="0" err="1"/>
              <a:t>see</a:t>
            </a:r>
            <a:r>
              <a:rPr lang="hu-HU" dirty="0"/>
              <a:t> </a:t>
            </a:r>
            <a:r>
              <a:rPr lang="hu-HU" dirty="0" err="1"/>
              <a:t>everything</a:t>
            </a:r>
            <a:r>
              <a:rPr lang="hu-HU" dirty="0"/>
              <a:t>.</a:t>
            </a:r>
          </a:p>
        </p:txBody>
      </p:sp>
      <p:sp>
        <p:nvSpPr>
          <p:cNvPr id="4" name="Dia számának helye 3"/>
          <p:cNvSpPr>
            <a:spLocks noGrp="1"/>
          </p:cNvSpPr>
          <p:nvPr>
            <p:ph type="sldNum" sz="quarter" idx="5"/>
          </p:nvPr>
        </p:nvSpPr>
        <p:spPr/>
        <p:txBody>
          <a:bodyPr/>
          <a:lstStyle/>
          <a:p>
            <a:fld id="{0FF75FB5-E6B7-4211-A015-2C3A31AFF852}" type="slidenum">
              <a:rPr lang="hu-HU" smtClean="0"/>
              <a:t>11</a:t>
            </a:fld>
            <a:endParaRPr lang="hu-HU"/>
          </a:p>
        </p:txBody>
      </p:sp>
    </p:spTree>
    <p:extLst>
      <p:ext uri="{BB962C8B-B14F-4D97-AF65-F5344CB8AC3E}">
        <p14:creationId xmlns:p14="http://schemas.microsoft.com/office/powerpoint/2010/main" val="1525393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err="1"/>
              <a:t>This</a:t>
            </a:r>
            <a:r>
              <a:rPr lang="hu-HU" dirty="0"/>
              <a:t> diagram shows </a:t>
            </a:r>
            <a:r>
              <a:rPr lang="hu-HU" dirty="0" err="1"/>
              <a:t>how</a:t>
            </a:r>
            <a:r>
              <a:rPr lang="hu-HU" dirty="0"/>
              <a:t> </a:t>
            </a:r>
            <a:r>
              <a:rPr lang="hu-HU" dirty="0" err="1"/>
              <a:t>much</a:t>
            </a:r>
            <a:r>
              <a:rPr lang="hu-HU" dirty="0"/>
              <a:t> </a:t>
            </a:r>
            <a:r>
              <a:rPr lang="hu-HU" dirty="0" err="1"/>
              <a:t>time</a:t>
            </a:r>
            <a:r>
              <a:rPr lang="hu-HU" dirty="0"/>
              <a:t> </a:t>
            </a:r>
            <a:r>
              <a:rPr lang="hu-HU" dirty="0" err="1"/>
              <a:t>we</a:t>
            </a:r>
            <a:r>
              <a:rPr lang="hu-HU" dirty="0"/>
              <a:t> </a:t>
            </a:r>
            <a:r>
              <a:rPr lang="hu-HU" dirty="0" err="1"/>
              <a:t>spent</a:t>
            </a:r>
            <a:r>
              <a:rPr lang="hu-HU" dirty="0"/>
              <a:t> </a:t>
            </a:r>
            <a:r>
              <a:rPr lang="hu-HU" dirty="0" err="1"/>
              <a:t>on</a:t>
            </a:r>
            <a:r>
              <a:rPr lang="hu-HU" dirty="0"/>
              <a:t> </a:t>
            </a:r>
            <a:r>
              <a:rPr lang="hu-HU" dirty="0" err="1"/>
              <a:t>the</a:t>
            </a:r>
            <a:r>
              <a:rPr lang="hu-HU" dirty="0"/>
              <a:t> project.</a:t>
            </a:r>
          </a:p>
        </p:txBody>
      </p:sp>
      <p:sp>
        <p:nvSpPr>
          <p:cNvPr id="4" name="Dia számának helye 3"/>
          <p:cNvSpPr>
            <a:spLocks noGrp="1"/>
          </p:cNvSpPr>
          <p:nvPr>
            <p:ph type="sldNum" sz="quarter" idx="5"/>
          </p:nvPr>
        </p:nvSpPr>
        <p:spPr/>
        <p:txBody>
          <a:bodyPr/>
          <a:lstStyle/>
          <a:p>
            <a:fld id="{0FF75FB5-E6B7-4211-A015-2C3A31AFF852}" type="slidenum">
              <a:rPr lang="hu-HU" smtClean="0"/>
              <a:t>12</a:t>
            </a:fld>
            <a:endParaRPr lang="hu-HU"/>
          </a:p>
        </p:txBody>
      </p:sp>
    </p:spTree>
    <p:extLst>
      <p:ext uri="{BB962C8B-B14F-4D97-AF65-F5344CB8AC3E}">
        <p14:creationId xmlns:p14="http://schemas.microsoft.com/office/powerpoint/2010/main" val="2940153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D6ABD-28BC-F4ED-F4AF-2B3A29E8C0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77476C-94B7-8CE4-F36D-2C85FC9EAB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E2ADBA-2065-0CB6-BD6E-A080681A7DCA}"/>
              </a:ext>
            </a:extLst>
          </p:cNvPr>
          <p:cNvSpPr>
            <a:spLocks noGrp="1"/>
          </p:cNvSpPr>
          <p:nvPr>
            <p:ph type="dt" sz="half" idx="10"/>
          </p:nvPr>
        </p:nvSpPr>
        <p:spPr/>
        <p:txBody>
          <a:bodyPr/>
          <a:lstStyle/>
          <a:p>
            <a:fld id="{7448B1AB-93E2-492D-8927-52BF5F1D26BF}" type="datetimeFigureOut">
              <a:rPr lang="en-US" smtClean="0"/>
              <a:t>2/10/2026</a:t>
            </a:fld>
            <a:endParaRPr lang="en-US"/>
          </a:p>
        </p:txBody>
      </p:sp>
      <p:sp>
        <p:nvSpPr>
          <p:cNvPr id="5" name="Footer Placeholder 4">
            <a:extLst>
              <a:ext uri="{FF2B5EF4-FFF2-40B4-BE49-F238E27FC236}">
                <a16:creationId xmlns:a16="http://schemas.microsoft.com/office/drawing/2014/main" id="{9B3CCE90-F43F-1AF9-A05F-453401328B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16F841-A788-4D84-84C0-A4790FFD2D2D}"/>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3181355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61FAA-F44D-E19F-8955-4446D09689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5F0C8B-A678-AF86-0F17-43200C8442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8D96A-3D20-C3F0-1F36-F6BD68BD633E}"/>
              </a:ext>
            </a:extLst>
          </p:cNvPr>
          <p:cNvSpPr>
            <a:spLocks noGrp="1"/>
          </p:cNvSpPr>
          <p:nvPr>
            <p:ph type="dt" sz="half" idx="10"/>
          </p:nvPr>
        </p:nvSpPr>
        <p:spPr/>
        <p:txBody>
          <a:bodyPr/>
          <a:lstStyle/>
          <a:p>
            <a:fld id="{7448B1AB-93E2-492D-8927-52BF5F1D26BF}" type="datetimeFigureOut">
              <a:rPr lang="en-US" smtClean="0"/>
              <a:t>2/10/2026</a:t>
            </a:fld>
            <a:endParaRPr lang="en-US"/>
          </a:p>
        </p:txBody>
      </p:sp>
      <p:sp>
        <p:nvSpPr>
          <p:cNvPr id="5" name="Footer Placeholder 4">
            <a:extLst>
              <a:ext uri="{FF2B5EF4-FFF2-40B4-BE49-F238E27FC236}">
                <a16:creationId xmlns:a16="http://schemas.microsoft.com/office/drawing/2014/main" id="{A92297E2-56CE-B05C-BE34-F825FCD622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1FA88B-C0AB-497D-3FC7-C13C7D0E07AF}"/>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230649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3C726-77D4-8741-523E-DC82F48163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97CACF-76AF-AB00-9086-490C00DD21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2ACC23-15C9-B4C6-BA8B-BCC4B7BEC15A}"/>
              </a:ext>
            </a:extLst>
          </p:cNvPr>
          <p:cNvSpPr>
            <a:spLocks noGrp="1"/>
          </p:cNvSpPr>
          <p:nvPr>
            <p:ph type="dt" sz="half" idx="10"/>
          </p:nvPr>
        </p:nvSpPr>
        <p:spPr/>
        <p:txBody>
          <a:bodyPr/>
          <a:lstStyle/>
          <a:p>
            <a:fld id="{7448B1AB-93E2-492D-8927-52BF5F1D26BF}" type="datetimeFigureOut">
              <a:rPr lang="en-US" smtClean="0"/>
              <a:t>2/10/2026</a:t>
            </a:fld>
            <a:endParaRPr lang="en-US"/>
          </a:p>
        </p:txBody>
      </p:sp>
      <p:sp>
        <p:nvSpPr>
          <p:cNvPr id="5" name="Footer Placeholder 4">
            <a:extLst>
              <a:ext uri="{FF2B5EF4-FFF2-40B4-BE49-F238E27FC236}">
                <a16:creationId xmlns:a16="http://schemas.microsoft.com/office/drawing/2014/main" id="{A2769CA6-6280-1248-EDA4-D2A00326B3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AFB19A-2B1F-7E35-21C9-C64B909E31BD}"/>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273408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1A0DC-DB2D-D6CE-39C5-819C51A53E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17C860-7CDD-595F-D5B2-7E74218B5E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A8258D-E16E-B025-FFAE-B0BD39461A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C31AC-0FFB-C805-081C-D9F409FF33BC}"/>
              </a:ext>
            </a:extLst>
          </p:cNvPr>
          <p:cNvSpPr>
            <a:spLocks noGrp="1"/>
          </p:cNvSpPr>
          <p:nvPr>
            <p:ph type="dt" sz="half" idx="10"/>
          </p:nvPr>
        </p:nvSpPr>
        <p:spPr/>
        <p:txBody>
          <a:bodyPr/>
          <a:lstStyle/>
          <a:p>
            <a:fld id="{7448B1AB-93E2-492D-8927-52BF5F1D26BF}" type="datetimeFigureOut">
              <a:rPr lang="en-US" smtClean="0"/>
              <a:t>2/10/2026</a:t>
            </a:fld>
            <a:endParaRPr lang="en-US"/>
          </a:p>
        </p:txBody>
      </p:sp>
      <p:sp>
        <p:nvSpPr>
          <p:cNvPr id="6" name="Footer Placeholder 5">
            <a:extLst>
              <a:ext uri="{FF2B5EF4-FFF2-40B4-BE49-F238E27FC236}">
                <a16:creationId xmlns:a16="http://schemas.microsoft.com/office/drawing/2014/main" id="{ABC2D356-8D54-0D69-4FB9-C9FA697039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5FD5FA-37CC-3A0F-1240-20C2F4101788}"/>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226362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4086A-6D11-88F1-7F79-8218B23DEC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97DFD3-8DAC-DF65-862E-D835A80222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863F04-121C-16BF-E2C5-94890E124D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8CD77D-3730-7F17-AFAD-77141CE51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4CF605-B943-07B6-69D5-6CCCDF4DEF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74D609-82BA-5A1A-D98C-10AC2ECCC6C4}"/>
              </a:ext>
            </a:extLst>
          </p:cNvPr>
          <p:cNvSpPr>
            <a:spLocks noGrp="1"/>
          </p:cNvSpPr>
          <p:nvPr>
            <p:ph type="dt" sz="half" idx="10"/>
          </p:nvPr>
        </p:nvSpPr>
        <p:spPr/>
        <p:txBody>
          <a:bodyPr/>
          <a:lstStyle/>
          <a:p>
            <a:fld id="{7448B1AB-93E2-492D-8927-52BF5F1D26BF}" type="datetimeFigureOut">
              <a:rPr lang="en-US" smtClean="0"/>
              <a:t>2/10/2026</a:t>
            </a:fld>
            <a:endParaRPr lang="en-US"/>
          </a:p>
        </p:txBody>
      </p:sp>
      <p:sp>
        <p:nvSpPr>
          <p:cNvPr id="8" name="Footer Placeholder 7">
            <a:extLst>
              <a:ext uri="{FF2B5EF4-FFF2-40B4-BE49-F238E27FC236}">
                <a16:creationId xmlns:a16="http://schemas.microsoft.com/office/drawing/2014/main" id="{AC0CC317-0E63-8A22-3129-120D5FBC04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F0E11B-2F15-F2DB-16EA-D84957631DEE}"/>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960743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6E9DC-56C3-26BA-5990-DA4932A2F1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4F01AF-1038-59B9-DBBE-6B25BF72FB79}"/>
              </a:ext>
            </a:extLst>
          </p:cNvPr>
          <p:cNvSpPr>
            <a:spLocks noGrp="1"/>
          </p:cNvSpPr>
          <p:nvPr>
            <p:ph type="dt" sz="half" idx="10"/>
          </p:nvPr>
        </p:nvSpPr>
        <p:spPr/>
        <p:txBody>
          <a:bodyPr/>
          <a:lstStyle/>
          <a:p>
            <a:fld id="{7448B1AB-93E2-492D-8927-52BF5F1D26BF}" type="datetimeFigureOut">
              <a:rPr lang="en-US" smtClean="0"/>
              <a:t>2/10/2026</a:t>
            </a:fld>
            <a:endParaRPr lang="en-US"/>
          </a:p>
        </p:txBody>
      </p:sp>
      <p:sp>
        <p:nvSpPr>
          <p:cNvPr id="4" name="Footer Placeholder 3">
            <a:extLst>
              <a:ext uri="{FF2B5EF4-FFF2-40B4-BE49-F238E27FC236}">
                <a16:creationId xmlns:a16="http://schemas.microsoft.com/office/drawing/2014/main" id="{B88497A8-3BB2-4F2F-1796-735DB2FB91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E805F4-937C-4D14-B25A-8099318EE2F9}"/>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048501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BC4CC4-6CD2-F0CC-76CA-F83C0D01008A}"/>
              </a:ext>
            </a:extLst>
          </p:cNvPr>
          <p:cNvSpPr>
            <a:spLocks noGrp="1"/>
          </p:cNvSpPr>
          <p:nvPr>
            <p:ph type="dt" sz="half" idx="10"/>
          </p:nvPr>
        </p:nvSpPr>
        <p:spPr/>
        <p:txBody>
          <a:bodyPr/>
          <a:lstStyle/>
          <a:p>
            <a:fld id="{7448B1AB-93E2-492D-8927-52BF5F1D26BF}" type="datetimeFigureOut">
              <a:rPr lang="en-US" smtClean="0"/>
              <a:t>2/10/2026</a:t>
            </a:fld>
            <a:endParaRPr lang="en-US"/>
          </a:p>
        </p:txBody>
      </p:sp>
      <p:sp>
        <p:nvSpPr>
          <p:cNvPr id="3" name="Footer Placeholder 2">
            <a:extLst>
              <a:ext uri="{FF2B5EF4-FFF2-40B4-BE49-F238E27FC236}">
                <a16:creationId xmlns:a16="http://schemas.microsoft.com/office/drawing/2014/main" id="{C6410DC3-E1E2-D737-9A5A-1228CABBB3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83AF27-A575-01A8-BB56-0269E082BF34}"/>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955737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BE05B-93EE-84CB-9AD3-8F6F63B209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3AC43B-158D-3C16-AD82-C361600601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95D77E-9F1A-FA8B-73A2-E74195FF8A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C62189-1E13-14E8-F038-96178048A582}"/>
              </a:ext>
            </a:extLst>
          </p:cNvPr>
          <p:cNvSpPr>
            <a:spLocks noGrp="1"/>
          </p:cNvSpPr>
          <p:nvPr>
            <p:ph type="dt" sz="half" idx="10"/>
          </p:nvPr>
        </p:nvSpPr>
        <p:spPr/>
        <p:txBody>
          <a:bodyPr/>
          <a:lstStyle/>
          <a:p>
            <a:fld id="{7448B1AB-93E2-492D-8927-52BF5F1D26BF}" type="datetimeFigureOut">
              <a:rPr lang="en-US" smtClean="0"/>
              <a:t>2/10/2026</a:t>
            </a:fld>
            <a:endParaRPr lang="en-US"/>
          </a:p>
        </p:txBody>
      </p:sp>
      <p:sp>
        <p:nvSpPr>
          <p:cNvPr id="6" name="Footer Placeholder 5">
            <a:extLst>
              <a:ext uri="{FF2B5EF4-FFF2-40B4-BE49-F238E27FC236}">
                <a16:creationId xmlns:a16="http://schemas.microsoft.com/office/drawing/2014/main" id="{12F11463-9067-1ADA-C8FA-1857350927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5BF916-F0EA-B828-BFC2-51CB56D51210}"/>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55414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6B419-D516-602D-54C4-6F436FD416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390DC1-851A-FDAC-6FC7-454C578607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9B654F-5A25-C8AD-142B-94400F0E69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25B48F-FBD7-6620-B247-6DBF49B2E3E4}"/>
              </a:ext>
            </a:extLst>
          </p:cNvPr>
          <p:cNvSpPr>
            <a:spLocks noGrp="1"/>
          </p:cNvSpPr>
          <p:nvPr>
            <p:ph type="dt" sz="half" idx="10"/>
          </p:nvPr>
        </p:nvSpPr>
        <p:spPr/>
        <p:txBody>
          <a:bodyPr/>
          <a:lstStyle/>
          <a:p>
            <a:fld id="{7448B1AB-93E2-492D-8927-52BF5F1D26BF}" type="datetimeFigureOut">
              <a:rPr lang="en-US" smtClean="0"/>
              <a:t>2/10/2026</a:t>
            </a:fld>
            <a:endParaRPr lang="en-US"/>
          </a:p>
        </p:txBody>
      </p:sp>
      <p:sp>
        <p:nvSpPr>
          <p:cNvPr id="6" name="Footer Placeholder 5">
            <a:extLst>
              <a:ext uri="{FF2B5EF4-FFF2-40B4-BE49-F238E27FC236}">
                <a16:creationId xmlns:a16="http://schemas.microsoft.com/office/drawing/2014/main" id="{46653BD0-79E1-BDFA-5A89-86BA188EEC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A10B97-DC94-8407-88F7-F9917F2A1D5B}"/>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57209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45027-B512-363B-873D-6136766615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404C80-74E4-9A90-1473-C92BAD0F5C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A15D21-9E82-26D2-53DE-B971246E2B1C}"/>
              </a:ext>
            </a:extLst>
          </p:cNvPr>
          <p:cNvSpPr>
            <a:spLocks noGrp="1"/>
          </p:cNvSpPr>
          <p:nvPr>
            <p:ph type="dt" sz="half" idx="10"/>
          </p:nvPr>
        </p:nvSpPr>
        <p:spPr/>
        <p:txBody>
          <a:bodyPr/>
          <a:lstStyle/>
          <a:p>
            <a:fld id="{7448B1AB-93E2-492D-8927-52BF5F1D26BF}" type="datetimeFigureOut">
              <a:rPr lang="en-US" smtClean="0"/>
              <a:t>2/10/2026</a:t>
            </a:fld>
            <a:endParaRPr lang="en-US"/>
          </a:p>
        </p:txBody>
      </p:sp>
      <p:sp>
        <p:nvSpPr>
          <p:cNvPr id="5" name="Footer Placeholder 4">
            <a:extLst>
              <a:ext uri="{FF2B5EF4-FFF2-40B4-BE49-F238E27FC236}">
                <a16:creationId xmlns:a16="http://schemas.microsoft.com/office/drawing/2014/main" id="{8BA8A432-2191-F6BF-5226-5EF021DCD1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D39B18-9F05-45AA-0A8E-A3CBB6D17556}"/>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627708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2DAB40-096E-B7CC-627A-7135EE2128F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B6ABC8-60AD-1349-71A1-E1C8A98BC2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BB4A09-6FEF-C0C8-E5D8-67B7E92FD85E}"/>
              </a:ext>
            </a:extLst>
          </p:cNvPr>
          <p:cNvSpPr>
            <a:spLocks noGrp="1"/>
          </p:cNvSpPr>
          <p:nvPr>
            <p:ph type="dt" sz="half" idx="10"/>
          </p:nvPr>
        </p:nvSpPr>
        <p:spPr/>
        <p:txBody>
          <a:bodyPr/>
          <a:lstStyle/>
          <a:p>
            <a:fld id="{7448B1AB-93E2-492D-8927-52BF5F1D26BF}" type="datetimeFigureOut">
              <a:rPr lang="en-US" smtClean="0"/>
              <a:t>2/10/2026</a:t>
            </a:fld>
            <a:endParaRPr lang="en-US"/>
          </a:p>
        </p:txBody>
      </p:sp>
      <p:sp>
        <p:nvSpPr>
          <p:cNvPr id="5" name="Footer Placeholder 4">
            <a:extLst>
              <a:ext uri="{FF2B5EF4-FFF2-40B4-BE49-F238E27FC236}">
                <a16:creationId xmlns:a16="http://schemas.microsoft.com/office/drawing/2014/main" id="{EFA2FB72-AD0B-D1D0-87CA-324315D69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886D4B-19EB-F2D7-8943-E94B089A3FAD}"/>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247473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8337D6-5488-BC53-3908-3426C320B4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2BA013-8838-4925-A0D2-F3304433BA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A8E2E-5A4B-C7A5-7F73-F26E084DA1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48B1AB-93E2-492D-8927-52BF5F1D26BF}" type="datetimeFigureOut">
              <a:rPr lang="en-US" smtClean="0"/>
              <a:t>2/10/2026</a:t>
            </a:fld>
            <a:endParaRPr lang="en-US"/>
          </a:p>
        </p:txBody>
      </p:sp>
      <p:sp>
        <p:nvSpPr>
          <p:cNvPr id="5" name="Footer Placeholder 4">
            <a:extLst>
              <a:ext uri="{FF2B5EF4-FFF2-40B4-BE49-F238E27FC236}">
                <a16:creationId xmlns:a16="http://schemas.microsoft.com/office/drawing/2014/main" id="{4E8E50AE-8938-BCC6-ACB0-7EA31478EF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CAD55FA-B0E3-9267-CC33-1FF9496E32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445DCE-8874-406F-89F7-75B47656E45E}" type="slidenum">
              <a:rPr lang="en-US" smtClean="0"/>
              <a:t>‹#›</a:t>
            </a:fld>
            <a:endParaRPr lang="en-US"/>
          </a:p>
        </p:txBody>
      </p:sp>
    </p:spTree>
    <p:extLst>
      <p:ext uri="{BB962C8B-B14F-4D97-AF65-F5344CB8AC3E}">
        <p14:creationId xmlns:p14="http://schemas.microsoft.com/office/powerpoint/2010/main" val="18501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D29A047-B710-3D32-169B-B5D9BFDED0EB}"/>
              </a:ext>
            </a:extLst>
          </p:cNvPr>
          <p:cNvPicPr>
            <a:picLocks noChangeAspect="1"/>
          </p:cNvPicPr>
          <p:nvPr/>
        </p:nvPicPr>
        <p:blipFill>
          <a:blip r:embed="rId2">
            <a:alphaModFix amt="50000"/>
          </a:blip>
          <a:srcRect t="12295" b="1166"/>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F4BE3EEF-28FD-DF6B-3261-577AC82744FB}"/>
              </a:ext>
            </a:extLst>
          </p:cNvPr>
          <p:cNvSpPr>
            <a:spLocks noGrp="1"/>
          </p:cNvSpPr>
          <p:nvPr>
            <p:ph type="ctrTitle"/>
          </p:nvPr>
        </p:nvSpPr>
        <p:spPr>
          <a:xfrm>
            <a:off x="1524000" y="1122362"/>
            <a:ext cx="9144000" cy="2900518"/>
          </a:xfrm>
        </p:spPr>
        <p:txBody>
          <a:bodyPr>
            <a:normAutofit/>
          </a:bodyPr>
          <a:lstStyle/>
          <a:p>
            <a:r>
              <a:rPr lang="en-US" b="1" dirty="0">
                <a:solidFill>
                  <a:srgbClr val="FFFFFF"/>
                </a:solidFill>
                <a:highlight>
                  <a:srgbClr val="000000"/>
                </a:highlight>
              </a:rPr>
              <a:t>Stake Casino</a:t>
            </a:r>
          </a:p>
        </p:txBody>
      </p:sp>
      <p:sp>
        <p:nvSpPr>
          <p:cNvPr id="3" name="Subtitle 2">
            <a:extLst>
              <a:ext uri="{FF2B5EF4-FFF2-40B4-BE49-F238E27FC236}">
                <a16:creationId xmlns:a16="http://schemas.microsoft.com/office/drawing/2014/main" id="{CEAEC1DD-CC28-8F1C-F021-DC65F927AD17}"/>
              </a:ext>
            </a:extLst>
          </p:cNvPr>
          <p:cNvSpPr>
            <a:spLocks noGrp="1"/>
          </p:cNvSpPr>
          <p:nvPr>
            <p:ph type="subTitle" idx="1"/>
          </p:nvPr>
        </p:nvSpPr>
        <p:spPr>
          <a:xfrm>
            <a:off x="1524000" y="4159404"/>
            <a:ext cx="9144000" cy="1098395"/>
          </a:xfrm>
        </p:spPr>
        <p:txBody>
          <a:bodyPr>
            <a:normAutofit/>
          </a:bodyPr>
          <a:lstStyle/>
          <a:p>
            <a:r>
              <a:rPr lang="en-US" b="1" dirty="0" err="1">
                <a:solidFill>
                  <a:srgbClr val="FFFFFF"/>
                </a:solidFill>
              </a:rPr>
              <a:t>Haramia</a:t>
            </a:r>
            <a:r>
              <a:rPr lang="en-US" b="1" dirty="0">
                <a:solidFill>
                  <a:srgbClr val="FFFFFF"/>
                </a:solidFill>
              </a:rPr>
              <a:t> Balázs</a:t>
            </a:r>
            <a:r>
              <a:rPr lang="en-US" dirty="0">
                <a:solidFill>
                  <a:srgbClr val="FFFFFF"/>
                </a:solidFill>
              </a:rPr>
              <a:t>, Farkas Kristóf, Müller János</a:t>
            </a:r>
          </a:p>
        </p:txBody>
      </p:sp>
    </p:spTree>
    <p:extLst>
      <p:ext uri="{BB962C8B-B14F-4D97-AF65-F5344CB8AC3E}">
        <p14:creationId xmlns:p14="http://schemas.microsoft.com/office/powerpoint/2010/main" val="177284441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5" descr="Stake Casino Review 2022 Leading Crypto Gambling Site | Casinos.info">
            <a:extLst>
              <a:ext uri="{FF2B5EF4-FFF2-40B4-BE49-F238E27FC236}">
                <a16:creationId xmlns:a16="http://schemas.microsoft.com/office/drawing/2014/main" id="{F8547072-1863-34E2-C6EC-2935FC52F907}"/>
              </a:ext>
            </a:extLst>
          </p:cNvPr>
          <p:cNvPicPr>
            <a:picLocks noChangeAspect="1" noChangeArrowheads="1"/>
          </p:cNvPicPr>
          <p:nvPr/>
        </p:nvPicPr>
        <p:blipFill>
          <a:blip r:embed="rId3">
            <a:duotone>
              <a:prstClr val="black"/>
              <a:schemeClr val="tx2">
                <a:tint val="45000"/>
                <a:satMod val="400000"/>
              </a:schemeClr>
            </a:duotone>
            <a:alphaModFix amt="25000"/>
            <a:extLst>
              <a:ext uri="{28A0092B-C50C-407E-A947-70E740481C1C}">
                <a14:useLocalDpi xmlns:a14="http://schemas.microsoft.com/office/drawing/2010/main" val="0"/>
              </a:ext>
            </a:extLst>
          </a:blip>
          <a:srcRect t="6506" b="5946"/>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663E92A-F7DC-1252-8459-3CC1BEFF43FE}"/>
              </a:ext>
            </a:extLst>
          </p:cNvPr>
          <p:cNvSpPr>
            <a:spLocks noGrp="1"/>
          </p:cNvSpPr>
          <p:nvPr>
            <p:ph type="title"/>
          </p:nvPr>
        </p:nvSpPr>
        <p:spPr>
          <a:xfrm>
            <a:off x="838200" y="365125"/>
            <a:ext cx="10515600" cy="1325563"/>
          </a:xfrm>
        </p:spPr>
        <p:txBody>
          <a:bodyPr>
            <a:normAutofit/>
          </a:bodyPr>
          <a:lstStyle/>
          <a:p>
            <a:r>
              <a:rPr lang="hu-HU" sz="6000" dirty="0">
                <a:highlight>
                  <a:srgbClr val="000000"/>
                </a:highlight>
                <a:latin typeface="Brush Script MT" panose="03060802040406070304" pitchFamily="66" charset="0"/>
              </a:rPr>
              <a:t>Stake</a:t>
            </a:r>
            <a:r>
              <a:rPr lang="hu-HU" dirty="0">
                <a:highlight>
                  <a:srgbClr val="000000"/>
                </a:highlight>
              </a:rPr>
              <a:t> </a:t>
            </a:r>
            <a:r>
              <a:rPr lang="en-US" sz="3500" dirty="0">
                <a:highlight>
                  <a:srgbClr val="000000"/>
                </a:highlight>
                <a:latin typeface="Agency FB" panose="020B0503020202020204" pitchFamily="34" charset="0"/>
              </a:rPr>
              <a:t>Network Presentation</a:t>
            </a:r>
          </a:p>
        </p:txBody>
      </p:sp>
      <p:graphicFrame>
        <p:nvGraphicFramePr>
          <p:cNvPr id="1040" name="Rectangle 3">
            <a:extLst>
              <a:ext uri="{FF2B5EF4-FFF2-40B4-BE49-F238E27FC236}">
                <a16:creationId xmlns:a16="http://schemas.microsoft.com/office/drawing/2014/main" id="{C6EC139D-E0A2-CEBE-1DA6-E716FB32D56D}"/>
              </a:ext>
            </a:extLst>
          </p:cNvPr>
          <p:cNvGraphicFramePr>
            <a:graphicFrameLocks noGrp="1"/>
          </p:cNvGraphicFramePr>
          <p:nvPr>
            <p:ph idx="1"/>
            <p:extLst>
              <p:ext uri="{D42A27DB-BD31-4B8C-83A1-F6EECF244321}">
                <p14:modId xmlns:p14="http://schemas.microsoft.com/office/powerpoint/2010/main" val="318162588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1374447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6" name="Rectangle 105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Freeform: Shape 1057">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663E92A-F7DC-1252-8459-3CC1BEFF43FE}"/>
              </a:ext>
            </a:extLst>
          </p:cNvPr>
          <p:cNvSpPr>
            <a:spLocks noGrp="1"/>
          </p:cNvSpPr>
          <p:nvPr>
            <p:ph type="title"/>
          </p:nvPr>
        </p:nvSpPr>
        <p:spPr>
          <a:xfrm>
            <a:off x="1137034" y="609597"/>
            <a:ext cx="9392421" cy="1330841"/>
          </a:xfrm>
        </p:spPr>
        <p:txBody>
          <a:bodyPr>
            <a:normAutofit/>
          </a:bodyPr>
          <a:lstStyle/>
          <a:p>
            <a:r>
              <a:rPr lang="en-US" dirty="0">
                <a:solidFill>
                  <a:schemeClr val="bg1"/>
                </a:solidFill>
                <a:highlight>
                  <a:srgbClr val="000000"/>
                </a:highlight>
                <a:latin typeface="Agency FB" panose="020B0503020202020204" pitchFamily="34" charset="0"/>
              </a:rPr>
              <a:t>The</a:t>
            </a:r>
            <a:r>
              <a:rPr lang="en-US" dirty="0">
                <a:solidFill>
                  <a:schemeClr val="bg1"/>
                </a:solidFill>
                <a:highlight>
                  <a:srgbClr val="000000"/>
                </a:highlight>
              </a:rPr>
              <a:t> </a:t>
            </a:r>
            <a:r>
              <a:rPr lang="en-US" dirty="0">
                <a:solidFill>
                  <a:schemeClr val="bg1"/>
                </a:solidFill>
                <a:highlight>
                  <a:srgbClr val="000000"/>
                </a:highlight>
                <a:latin typeface="Brush Script MT" panose="03060802040406070304" pitchFamily="66" charset="0"/>
              </a:rPr>
              <a:t>Stake</a:t>
            </a:r>
            <a:r>
              <a:rPr lang="en-US" dirty="0">
                <a:solidFill>
                  <a:schemeClr val="bg1"/>
                </a:solidFill>
                <a:highlight>
                  <a:srgbClr val="000000"/>
                </a:highlight>
              </a:rPr>
              <a:t> </a:t>
            </a:r>
            <a:r>
              <a:rPr lang="en-US" dirty="0">
                <a:solidFill>
                  <a:schemeClr val="bg1"/>
                </a:solidFill>
                <a:highlight>
                  <a:srgbClr val="000000"/>
                </a:highlight>
                <a:latin typeface="Agency FB" panose="020B0503020202020204" pitchFamily="34" charset="0"/>
              </a:rPr>
              <a:t>team</a:t>
            </a:r>
          </a:p>
        </p:txBody>
      </p:sp>
      <p:sp>
        <p:nvSpPr>
          <p:cNvPr id="6" name="Rectangle 3">
            <a:extLst>
              <a:ext uri="{FF2B5EF4-FFF2-40B4-BE49-F238E27FC236}">
                <a16:creationId xmlns:a16="http://schemas.microsoft.com/office/drawing/2014/main" id="{048AF700-0F78-C33E-C4F4-112A8637E692}"/>
              </a:ext>
            </a:extLst>
          </p:cNvPr>
          <p:cNvSpPr>
            <a:spLocks noGrp="1" noChangeArrowheads="1"/>
          </p:cNvSpPr>
          <p:nvPr>
            <p:ph idx="1"/>
          </p:nvPr>
        </p:nvSpPr>
        <p:spPr bwMode="auto">
          <a:xfrm>
            <a:off x="1137034" y="2198362"/>
            <a:ext cx="4958966" cy="3917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lang="en-US" altLang="en-US" sz="3000" b="1" dirty="0">
                <a:latin typeface="Arial" panose="020B0604020202020204" pitchFamily="34" charset="0"/>
              </a:rPr>
              <a:t> </a:t>
            </a:r>
            <a:r>
              <a:rPr lang="hu-HU" altLang="en-US" sz="3000" b="1" dirty="0">
                <a:latin typeface="Arial" panose="020B0604020202020204" pitchFamily="34" charset="0"/>
              </a:rPr>
              <a:t>Haramia Balázs (</a:t>
            </a:r>
            <a:r>
              <a:rPr lang="hu-HU" altLang="en-US" sz="3000" b="1" dirty="0">
                <a:solidFill>
                  <a:srgbClr val="FF0000"/>
                </a:solidFill>
                <a:latin typeface="Arial" panose="020B0604020202020204" pitchFamily="34" charset="0"/>
              </a:rPr>
              <a:t>PM</a:t>
            </a:r>
            <a:r>
              <a:rPr lang="hu-HU" altLang="en-US" sz="3000" b="1" dirty="0">
                <a:latin typeface="Arial" panose="020B0604020202020204" pitchFamily="34" charset="0"/>
              </a:rPr>
              <a:t>)</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hu-HU" altLang="en-US" sz="3000" dirty="0">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3000" b="0" i="0" u="none" strike="noStrike" cap="none" normalizeH="0" baseline="0" dirty="0">
                <a:ln>
                  <a:noFill/>
                </a:ln>
                <a:effectLst/>
                <a:latin typeface="Arial" panose="020B0604020202020204" pitchFamily="34" charset="0"/>
              </a:rPr>
              <a:t> </a:t>
            </a:r>
            <a:r>
              <a:rPr kumimoji="0" lang="hu-HU" altLang="en-US" sz="3000" b="0" i="0" u="none" strike="noStrike" cap="none" normalizeH="0" baseline="0" dirty="0">
                <a:ln>
                  <a:noFill/>
                </a:ln>
                <a:effectLst/>
                <a:latin typeface="Arial" panose="020B0604020202020204" pitchFamily="34" charset="0"/>
              </a:rPr>
              <a:t>Farkas Kristóf</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hu-HU" altLang="en-US" sz="3000" dirty="0">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lang="en-US" altLang="en-US" sz="3000" dirty="0">
                <a:latin typeface="Arial" panose="020B0604020202020204" pitchFamily="34" charset="0"/>
              </a:rPr>
              <a:t> </a:t>
            </a:r>
            <a:r>
              <a:rPr lang="hu-HU" altLang="en-US" sz="3000" dirty="0">
                <a:latin typeface="Arial" panose="020B0604020202020204" pitchFamily="34" charset="0"/>
              </a:rPr>
              <a:t>Müller  János</a:t>
            </a:r>
          </a:p>
        </p:txBody>
      </p:sp>
      <p:pic>
        <p:nvPicPr>
          <p:cNvPr id="1026" name="Picture 2" descr="K-State TRIO programs celebrate National TRIO Day">
            <a:extLst>
              <a:ext uri="{FF2B5EF4-FFF2-40B4-BE49-F238E27FC236}">
                <a16:creationId xmlns:a16="http://schemas.microsoft.com/office/drawing/2014/main" id="{68677801-6A84-DDDD-F43A-08A89A892EC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719367" y="2927312"/>
            <a:ext cx="4788505" cy="2271119"/>
          </a:xfrm>
          <a:prstGeom prst="rect">
            <a:avLst/>
          </a:prstGeom>
          <a:noFill/>
          <a:extLst>
            <a:ext uri="{909E8E84-426E-40DD-AFC4-6F175D3DCCD1}">
              <a14:hiddenFill xmlns:a14="http://schemas.microsoft.com/office/drawing/2010/main">
                <a:solidFill>
                  <a:srgbClr val="FFFFFF"/>
                </a:solidFill>
              </a14:hiddenFill>
            </a:ext>
          </a:extLst>
        </p:spPr>
      </p:pic>
      <p:sp>
        <p:nvSpPr>
          <p:cNvPr id="1060" name="Freeform: Shape 1059">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90246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3" name="Rectangle 104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63E92A-F7DC-1252-8459-3CC1BEFF43FE}"/>
              </a:ext>
            </a:extLst>
          </p:cNvPr>
          <p:cNvSpPr>
            <a:spLocks noGrp="1"/>
          </p:cNvSpPr>
          <p:nvPr>
            <p:ph type="title"/>
          </p:nvPr>
        </p:nvSpPr>
        <p:spPr>
          <a:xfrm>
            <a:off x="630936" y="639520"/>
            <a:ext cx="3429000" cy="1719072"/>
          </a:xfrm>
        </p:spPr>
        <p:txBody>
          <a:bodyPr anchor="b">
            <a:normAutofit/>
          </a:bodyPr>
          <a:lstStyle/>
          <a:p>
            <a:r>
              <a:rPr lang="en-US" sz="3800" dirty="0">
                <a:solidFill>
                  <a:schemeClr val="bg1"/>
                </a:solidFill>
                <a:highlight>
                  <a:srgbClr val="000000"/>
                </a:highlight>
                <a:latin typeface="Agency FB" panose="020B0503020202020204" pitchFamily="34" charset="0"/>
              </a:rPr>
              <a:t>Overview</a:t>
            </a:r>
          </a:p>
        </p:txBody>
      </p:sp>
      <p:sp>
        <p:nvSpPr>
          <p:cNvPr id="104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3">
            <a:extLst>
              <a:ext uri="{FF2B5EF4-FFF2-40B4-BE49-F238E27FC236}">
                <a16:creationId xmlns:a16="http://schemas.microsoft.com/office/drawing/2014/main" id="{048AF700-0F78-C33E-C4F4-112A8637E692}"/>
              </a:ext>
            </a:extLst>
          </p:cNvPr>
          <p:cNvSpPr>
            <a:spLocks noGrp="1" noChangeArrowheads="1"/>
          </p:cNvSpPr>
          <p:nvPr>
            <p:ph idx="1"/>
          </p:nvPr>
        </p:nvSpPr>
        <p:spPr bwMode="auto">
          <a:xfrm>
            <a:off x="630936" y="2807208"/>
            <a:ext cx="3941064" cy="34107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1" u="none" strike="noStrike" cap="none" normalizeH="0" baseline="0" dirty="0">
                <a:ln>
                  <a:noFill/>
                </a:ln>
                <a:effectLst/>
                <a:latin typeface="Arial" panose="020B0604020202020204" pitchFamily="34" charset="0"/>
              </a:rPr>
              <a:t> 4</a:t>
            </a:r>
            <a:r>
              <a:rPr kumimoji="0" lang="en-US" altLang="en-US" sz="2500" b="0" i="0" u="none" strike="noStrike" cap="none" normalizeH="0" baseline="0" dirty="0">
                <a:ln>
                  <a:noFill/>
                </a:ln>
                <a:effectLst/>
                <a:latin typeface="Arial" panose="020B0604020202020204" pitchFamily="34" charset="0"/>
              </a:rPr>
              <a:t> </a:t>
            </a:r>
            <a:r>
              <a:rPr lang="en-US" altLang="en-US" sz="2500" dirty="0">
                <a:latin typeface="Arial" panose="020B0604020202020204" pitchFamily="34" charset="0"/>
              </a:rPr>
              <a:t>city</a:t>
            </a:r>
            <a:r>
              <a:rPr kumimoji="0" lang="en-US" altLang="en-US" sz="2500" b="0" i="0" u="none" strike="noStrike" cap="none" normalizeH="0" baseline="0" dirty="0">
                <a:ln>
                  <a:noFill/>
                </a:ln>
                <a:effectLst/>
                <a:latin typeface="Arial" panose="020B0604020202020204" pitchFamily="34" charset="0"/>
              </a:rPr>
              <a:t>: </a:t>
            </a:r>
            <a:br>
              <a:rPr kumimoji="0" lang="en-US" altLang="en-US" sz="2500" b="0" i="0" u="none" strike="noStrike" cap="none" normalizeH="0" baseline="0" dirty="0">
                <a:ln>
                  <a:noFill/>
                </a:ln>
                <a:effectLst/>
                <a:latin typeface="Arial" panose="020B0604020202020204" pitchFamily="34" charset="0"/>
              </a:rPr>
            </a:br>
            <a:r>
              <a:rPr kumimoji="0" lang="en-US" altLang="en-US" sz="2500" b="1" i="0" u="none" strike="noStrike" cap="none" normalizeH="0" baseline="0" dirty="0">
                <a:ln>
                  <a:noFill/>
                </a:ln>
                <a:effectLst/>
                <a:latin typeface="Arial" panose="020B0604020202020204" pitchFamily="34" charset="0"/>
              </a:rPr>
              <a:t>Budapest, Sopron, </a:t>
            </a:r>
            <a:br>
              <a:rPr kumimoji="0" lang="en-US" altLang="en-US" sz="2500" b="1" i="0" u="none" strike="noStrike" cap="none" normalizeH="0" baseline="0" dirty="0">
                <a:ln>
                  <a:noFill/>
                </a:ln>
                <a:effectLst/>
                <a:latin typeface="Arial" panose="020B0604020202020204" pitchFamily="34" charset="0"/>
              </a:rPr>
            </a:br>
            <a:r>
              <a:rPr kumimoji="0" lang="en-US" altLang="en-US" sz="2500" b="1" i="0" u="none" strike="noStrike" cap="none" normalizeH="0" baseline="0" dirty="0">
                <a:ln>
                  <a:noFill/>
                </a:ln>
                <a:effectLst/>
                <a:latin typeface="Arial" panose="020B0604020202020204" pitchFamily="34" charset="0"/>
              </a:rPr>
              <a:t>Pécs, </a:t>
            </a:r>
            <a:r>
              <a:rPr kumimoji="0" lang="en-US" altLang="en-US" sz="2500" b="1" i="0" u="none" strike="noStrike" cap="none" normalizeH="0" baseline="0" dirty="0" err="1">
                <a:ln>
                  <a:noFill/>
                </a:ln>
                <a:effectLst/>
                <a:latin typeface="Arial" panose="020B0604020202020204" pitchFamily="34" charset="0"/>
              </a:rPr>
              <a:t>Szekszárd</a:t>
            </a:r>
            <a:endParaRPr kumimoji="0" lang="en-US" altLang="en-US" sz="2500" b="1"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Protocols</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Redundancy</a:t>
            </a:r>
          </a:p>
          <a:p>
            <a:pPr marL="0" marR="0" lvl="0" indent="0" defTabSz="914400" rtl="0" eaLnBrk="0" fontAlgn="base" latinLnBrk="0" hangingPunct="0">
              <a:spcBef>
                <a:spcPct val="0"/>
              </a:spcBef>
              <a:spcAft>
                <a:spcPts val="600"/>
              </a:spcAft>
              <a:buClrTx/>
              <a:buSzTx/>
              <a:buFontTx/>
              <a:buChar char="•"/>
              <a:tabLst/>
            </a:pPr>
            <a:endParaRPr kumimoji="0" lang="hu-HU" altLang="en-US" sz="2000" b="0" i="0" u="none" strike="noStrike" cap="none" normalizeH="0" baseline="0" dirty="0">
              <a:ln>
                <a:noFill/>
              </a:ln>
              <a:effectLst/>
              <a:latin typeface="Arial" panose="020B0604020202020204" pitchFamily="34" charset="0"/>
            </a:endParaRPr>
          </a:p>
        </p:txBody>
      </p:sp>
      <p:pic>
        <p:nvPicPr>
          <p:cNvPr id="4" name="Picture 3" descr="A computer network diagram with many different colored squares&#10;&#10;AI-generated content may be incorrect.">
            <a:extLst>
              <a:ext uri="{FF2B5EF4-FFF2-40B4-BE49-F238E27FC236}">
                <a16:creationId xmlns:a16="http://schemas.microsoft.com/office/drawing/2014/main" id="{515ADD14-DE96-0DFF-AD43-CC7869F141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4296" y="1185291"/>
            <a:ext cx="6903720" cy="4487418"/>
          </a:xfrm>
          <a:prstGeom prst="rect">
            <a:avLst/>
          </a:prstGeom>
        </p:spPr>
      </p:pic>
    </p:spTree>
    <p:extLst>
      <p:ext uri="{BB962C8B-B14F-4D97-AF65-F5344CB8AC3E}">
        <p14:creationId xmlns:p14="http://schemas.microsoft.com/office/powerpoint/2010/main" val="1877513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C3F913-7EC6-F9E8-4909-5EEFB02BD730}"/>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1D4AD15-16BE-0EB2-D4F3-52F883FC0360}"/>
              </a:ext>
            </a:extLst>
          </p:cNvPr>
          <p:cNvSpPr>
            <a:spLocks noGrp="1"/>
          </p:cNvSpPr>
          <p:nvPr>
            <p:ph type="title"/>
          </p:nvPr>
        </p:nvSpPr>
        <p:spPr>
          <a:xfrm>
            <a:off x="0" y="0"/>
            <a:ext cx="12192000" cy="1248991"/>
          </a:xfrm>
        </p:spPr>
        <p:txBody>
          <a:bodyPr>
            <a:normAutofit/>
          </a:bodyPr>
          <a:lstStyle/>
          <a:p>
            <a:pPr algn="ctr"/>
            <a:r>
              <a:rPr lang="en-US" sz="6000" u="sng" dirty="0">
                <a:solidFill>
                  <a:schemeClr val="bg1"/>
                </a:solidFill>
                <a:highlight>
                  <a:srgbClr val="000000"/>
                </a:highlight>
                <a:latin typeface="Agency FB" panose="020B0503020202020204" pitchFamily="34" charset="0"/>
              </a:rPr>
              <a:t>Budapest</a:t>
            </a:r>
            <a:r>
              <a:rPr lang="en-US" sz="6000" u="sng" dirty="0">
                <a:solidFill>
                  <a:schemeClr val="bg1"/>
                </a:solidFill>
                <a:latin typeface="Agency FB" panose="020B0503020202020204" pitchFamily="34" charset="0"/>
              </a:rPr>
              <a:t>  </a:t>
            </a:r>
            <a:r>
              <a:rPr lang="en-US" sz="6000" u="sng" dirty="0">
                <a:solidFill>
                  <a:schemeClr val="bg1"/>
                </a:solidFill>
                <a:highlight>
                  <a:srgbClr val="000000"/>
                </a:highlight>
                <a:latin typeface="Agency FB" panose="020B0503020202020204" pitchFamily="34" charset="0"/>
              </a:rPr>
              <a:t>  </a:t>
            </a:r>
          </a:p>
        </p:txBody>
      </p:sp>
      <p:sp>
        <p:nvSpPr>
          <p:cNvPr id="3" name="Rectangle 1">
            <a:extLst>
              <a:ext uri="{FF2B5EF4-FFF2-40B4-BE49-F238E27FC236}">
                <a16:creationId xmlns:a16="http://schemas.microsoft.com/office/drawing/2014/main" id="{E13A14CF-DF4F-D4EE-4378-5C6255AF6556}"/>
              </a:ext>
            </a:extLst>
          </p:cNvPr>
          <p:cNvSpPr>
            <a:spLocks noGrp="1" noChangeArrowheads="1"/>
          </p:cNvSpPr>
          <p:nvPr>
            <p:ph idx="1"/>
          </p:nvPr>
        </p:nvSpPr>
        <p:spPr bwMode="auto">
          <a:xfrm>
            <a:off x="426028" y="2194102"/>
            <a:ext cx="4175680" cy="390858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buFont typeface="Wingdings" panose="05000000000000000000" pitchFamily="2" charset="2"/>
              <a:buChar char="q"/>
            </a:pPr>
            <a:r>
              <a:rPr lang="hu-HU" altLang="en-US" sz="2500" dirty="0">
                <a:latin typeface="Arial" panose="020B0604020202020204" pitchFamily="34" charset="0"/>
              </a:rPr>
              <a:t> </a:t>
            </a:r>
            <a:r>
              <a:rPr lang="en-US" altLang="en-US" sz="2500" dirty="0">
                <a:latin typeface="Arial" panose="020B0604020202020204" pitchFamily="34" charset="0"/>
              </a:rPr>
              <a:t>Rooms</a:t>
            </a:r>
            <a:r>
              <a:rPr kumimoji="0" lang="en-US" altLang="en-US" sz="2500" b="0" i="0" u="none" strike="noStrike" cap="none" normalizeH="0" baseline="0" dirty="0">
                <a:ln>
                  <a:noFill/>
                </a:ln>
                <a:effectLst/>
                <a:latin typeface="Arial" panose="020B0604020202020204" pitchFamily="34" charset="0"/>
              </a:rPr>
              <a:t>: </a:t>
            </a:r>
            <a:r>
              <a:rPr kumimoji="0" lang="en-US" altLang="en-US" sz="250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 </a:t>
            </a:r>
            <a:r>
              <a:rPr kumimoji="0" lang="en-US" altLang="en-US" sz="2500" b="1" i="0" u="none" strike="noStrike" cap="none" normalizeH="0" baseline="0" dirty="0">
                <a:ln>
                  <a:noFill/>
                </a:ln>
                <a:effectLst/>
                <a:latin typeface="Arial" panose="020B0604020202020204" pitchFamily="34" charset="0"/>
              </a:rPr>
              <a:t>Admin</a:t>
            </a:r>
          </a:p>
          <a:p>
            <a:pPr eaLnBrk="0" fontAlgn="base" hangingPunct="0">
              <a:spcBef>
                <a:spcPct val="0"/>
              </a:spcBef>
              <a:spcAft>
                <a:spcPts val="600"/>
              </a:spcAft>
              <a:buFont typeface="Wingdings" panose="05000000000000000000" pitchFamily="2" charset="2"/>
              <a:buChar char="q"/>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a:t>
            </a:r>
            <a:r>
              <a:rPr kumimoji="0" lang="en-US" altLang="en-US" sz="2500" i="1" u="none" strike="noStrike" cap="none" normalizeH="0" baseline="0" dirty="0">
                <a:ln>
                  <a:noFill/>
                </a:ln>
                <a:effectLst/>
                <a:latin typeface="Arial" panose="020B0604020202020204" pitchFamily="34" charset="0"/>
              </a:rPr>
              <a:t>20</a:t>
            </a:r>
            <a:r>
              <a:rPr kumimoji="0" lang="en-US" altLang="en-US" sz="2500" b="0" i="0" u="none" strike="noStrike" cap="none" normalizeH="0" baseline="0" dirty="0">
                <a:ln>
                  <a:noFill/>
                </a:ln>
                <a:effectLst/>
                <a:latin typeface="Arial" panose="020B0604020202020204" pitchFamily="34" charset="0"/>
              </a:rPr>
              <a:t> </a:t>
            </a:r>
            <a:r>
              <a:rPr kumimoji="0" lang="hu-HU" altLang="en-US" sz="2500" b="0" i="0" u="none" strike="noStrike" cap="none" normalizeH="0" baseline="0" dirty="0">
                <a:ln>
                  <a:noFill/>
                </a:ln>
                <a:effectLst/>
                <a:latin typeface="Arial" panose="020B0604020202020204" pitchFamily="34" charset="0"/>
              </a:rPr>
              <a:t>PC</a:t>
            </a:r>
            <a:r>
              <a:rPr kumimoji="0" lang="en-US" altLang="en-US" sz="2500" b="0" i="0" u="none" strike="noStrike" cap="none" normalizeH="0" baseline="0" dirty="0">
                <a:ln>
                  <a:noFill/>
                </a:ln>
                <a:effectLst/>
                <a:latin typeface="Arial" panose="020B0604020202020204" pitchFamily="34" charset="0"/>
              </a:rPr>
              <a:t>, </a:t>
            </a:r>
            <a:r>
              <a:rPr kumimoji="0" lang="en-US" altLang="en-US" sz="250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server, </a:t>
            </a:r>
            <a:r>
              <a:rPr kumimoji="0" lang="en-US" altLang="en-US" sz="2500" i="1" u="none" strike="noStrike" cap="none" normalizeH="0" baseline="0" dirty="0">
                <a:ln>
                  <a:noFill/>
                </a:ln>
                <a:effectLst/>
                <a:latin typeface="Arial" panose="020B0604020202020204" pitchFamily="34" charset="0"/>
              </a:rPr>
              <a:t>1</a:t>
            </a:r>
            <a:r>
              <a:rPr kumimoji="0" lang="en-US" altLang="en-US" sz="2500" b="1" i="0" u="none" strike="noStrike" cap="none" normalizeH="0" baseline="0" dirty="0">
                <a:ln>
                  <a:noFill/>
                </a:ln>
                <a:effectLst/>
                <a:latin typeface="Arial" panose="020B0604020202020204" pitchFamily="34" charset="0"/>
              </a:rPr>
              <a:t> </a:t>
            </a:r>
            <a:r>
              <a:rPr lang="en-US" altLang="en-US" sz="2500" dirty="0">
                <a:latin typeface="Arial" panose="020B0604020202020204" pitchFamily="34" charset="0"/>
              </a:rPr>
              <a:t>printer</a:t>
            </a: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1" i="0" u="none" strike="noStrike" cap="none" normalizeH="0" baseline="0" dirty="0">
                <a:ln>
                  <a:noFill/>
                </a:ln>
                <a:effectLst/>
                <a:latin typeface="Arial" panose="020B0604020202020204" pitchFamily="34" charset="0"/>
              </a:rPr>
              <a:t> </a:t>
            </a:r>
            <a:r>
              <a:rPr lang="en-US" altLang="en-US" sz="2500" b="1" dirty="0">
                <a:latin typeface="Arial" panose="020B0604020202020204" pitchFamily="34" charset="0"/>
              </a:rPr>
              <a:t>Firewall</a:t>
            </a:r>
            <a:endParaRPr kumimoji="0" lang="en-US" altLang="en-US" sz="2500" b="1"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hu-HU" altLang="en-US" sz="2500" b="1" dirty="0">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1" i="0" u="none" strike="noStrike" cap="none" normalizeH="0" baseline="0" dirty="0">
                <a:ln>
                  <a:noFill/>
                </a:ln>
                <a:effectLst/>
                <a:latin typeface="Arial" panose="020B0604020202020204" pitchFamily="34" charset="0"/>
              </a:rPr>
              <a:t> Router:</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strike="noStrike" cap="none" normalizeH="0" baseline="0" dirty="0">
                <a:ln>
                  <a:noFill/>
                </a:ln>
                <a:effectLst/>
                <a:latin typeface="Arial" panose="020B0604020202020204" pitchFamily="34" charset="0"/>
              </a:rPr>
              <a:t>Connected to the Routers of the other   3 cities.</a:t>
            </a:r>
            <a:endParaRPr kumimoji="0" lang="en-US" altLang="en-US" sz="2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p:txBody>
      </p:sp>
      <p:pic>
        <p:nvPicPr>
          <p:cNvPr id="4" name="Picture 3">
            <a:extLst>
              <a:ext uri="{FF2B5EF4-FFF2-40B4-BE49-F238E27FC236}">
                <a16:creationId xmlns:a16="http://schemas.microsoft.com/office/drawing/2014/main" id="{3E63C710-66D5-676B-7E05-9DC446C0F49A}"/>
              </a:ext>
            </a:extLst>
          </p:cNvPr>
          <p:cNvPicPr>
            <a:picLocks noChangeAspect="1"/>
          </p:cNvPicPr>
          <p:nvPr/>
        </p:nvPicPr>
        <p:blipFill>
          <a:blip r:embed="rId3"/>
          <a:stretch>
            <a:fillRect/>
          </a:stretch>
        </p:blipFill>
        <p:spPr>
          <a:xfrm>
            <a:off x="5455848" y="1248991"/>
            <a:ext cx="6155141" cy="4547455"/>
          </a:xfrm>
          <a:prstGeom prst="rect">
            <a:avLst/>
          </a:prstGeom>
        </p:spPr>
      </p:pic>
    </p:spTree>
    <p:extLst>
      <p:ext uri="{BB962C8B-B14F-4D97-AF65-F5344CB8AC3E}">
        <p14:creationId xmlns:p14="http://schemas.microsoft.com/office/powerpoint/2010/main" val="274593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675A5E-2D0C-CA32-7358-E18DEFE58EE5}"/>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2C269A-2976-23DB-A8FD-BFD12AEC6974}"/>
              </a:ext>
            </a:extLst>
          </p:cNvPr>
          <p:cNvSpPr>
            <a:spLocks noGrp="1"/>
          </p:cNvSpPr>
          <p:nvPr>
            <p:ph type="title"/>
          </p:nvPr>
        </p:nvSpPr>
        <p:spPr>
          <a:xfrm>
            <a:off x="0" y="23742"/>
            <a:ext cx="12192000" cy="1259412"/>
          </a:xfrm>
        </p:spPr>
        <p:txBody>
          <a:bodyPr>
            <a:normAutofit/>
          </a:bodyPr>
          <a:lstStyle/>
          <a:p>
            <a:pPr algn="ctr"/>
            <a:r>
              <a:rPr lang="en-US" sz="6000" u="sng" dirty="0">
                <a:solidFill>
                  <a:schemeClr val="bg1"/>
                </a:solidFill>
                <a:highlight>
                  <a:srgbClr val="000000"/>
                </a:highlight>
                <a:latin typeface="Agency FB" panose="020B0503020202020204" pitchFamily="34" charset="0"/>
              </a:rPr>
              <a:t>Sopron</a:t>
            </a:r>
          </a:p>
        </p:txBody>
      </p:sp>
      <p:sp>
        <p:nvSpPr>
          <p:cNvPr id="4" name="Rectangle 1">
            <a:extLst>
              <a:ext uri="{FF2B5EF4-FFF2-40B4-BE49-F238E27FC236}">
                <a16:creationId xmlns:a16="http://schemas.microsoft.com/office/drawing/2014/main" id="{71BCB433-C718-99BE-168A-9B5C7A3F855A}"/>
              </a:ext>
            </a:extLst>
          </p:cNvPr>
          <p:cNvSpPr>
            <a:spLocks noGrp="1" noChangeArrowheads="1"/>
          </p:cNvSpPr>
          <p:nvPr>
            <p:ph idx="1"/>
          </p:nvPr>
        </p:nvSpPr>
        <p:spPr bwMode="auto">
          <a:xfrm>
            <a:off x="394854" y="2194102"/>
            <a:ext cx="3894513" cy="390858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lang="hu-HU" altLang="en-US" sz="2500" dirty="0">
                <a:latin typeface="Arial" panose="020B0604020202020204" pitchFamily="34" charset="0"/>
              </a:rPr>
              <a:t> </a:t>
            </a:r>
            <a:r>
              <a:rPr lang="en-US" altLang="en-US" sz="2500" dirty="0">
                <a:latin typeface="Arial" panose="020B0604020202020204" pitchFamily="34" charset="0"/>
              </a:rPr>
              <a:t>Rooms</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 </a:t>
            </a:r>
            <a:r>
              <a:rPr kumimoji="0" lang="en-US" altLang="en-US" sz="2500" b="1" i="0" u="none" strike="noStrike" cap="none" normalizeH="0" baseline="0" dirty="0">
                <a:ln>
                  <a:noFill/>
                </a:ln>
                <a:effectLst/>
                <a:latin typeface="Arial" panose="020B0604020202020204" pitchFamily="34" charset="0"/>
              </a:rPr>
              <a:t>Admin</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hu-HU" altLang="en-US" sz="2500" b="0" i="1"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16</a:t>
            </a:r>
            <a:r>
              <a:rPr kumimoji="0" lang="en-US" altLang="en-US" sz="2500" b="0" i="0" u="none" strike="noStrike" cap="none" normalizeH="0" baseline="0" dirty="0">
                <a:ln>
                  <a:noFill/>
                </a:ln>
                <a:effectLst/>
                <a:latin typeface="Arial" panose="020B0604020202020204" pitchFamily="34" charset="0"/>
              </a:rPr>
              <a:t> </a:t>
            </a:r>
            <a:r>
              <a:rPr kumimoji="0" lang="hu-HU" altLang="en-US" sz="2500" b="0" i="0" u="none" strike="noStrike" cap="none" normalizeH="0" baseline="0" dirty="0">
                <a:ln>
                  <a:noFill/>
                </a:ln>
                <a:effectLst/>
                <a:latin typeface="Arial" panose="020B0604020202020204" pitchFamily="34" charset="0"/>
              </a:rPr>
              <a:t>PC</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server, </a:t>
            </a:r>
            <a:r>
              <a:rPr kumimoji="0" lang="en-US" altLang="en-US" sz="2500" b="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a:t>
            </a:r>
            <a:r>
              <a:rPr lang="en-US" altLang="en-US" sz="2500" dirty="0">
                <a:latin typeface="Arial" panose="020B0604020202020204" pitchFamily="34" charset="0"/>
              </a:rPr>
              <a:t>printer</a:t>
            </a: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lang="hu-HU" altLang="en-US" sz="2500" b="1" dirty="0">
                <a:latin typeface="Arial" panose="020B0604020202020204" pitchFamily="34" charset="0"/>
              </a:rPr>
              <a:t> </a:t>
            </a:r>
            <a:r>
              <a:rPr lang="en-US" altLang="en-US" sz="2500" b="1" dirty="0">
                <a:latin typeface="Arial" panose="020B0604020202020204" pitchFamily="34" charset="0"/>
              </a:rPr>
              <a:t>Firewall</a:t>
            </a:r>
            <a:endParaRPr kumimoji="0" lang="en-US" altLang="en-US" sz="2500" b="1"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hu-HU" altLang="en-US" sz="2500" b="1"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buFont typeface="Wingdings" panose="05000000000000000000" pitchFamily="2" charset="2"/>
              <a:buChar char="q"/>
            </a:pPr>
            <a:r>
              <a:rPr kumimoji="0" lang="hu-HU" altLang="en-US" sz="2500" b="1" i="0" u="none" strike="noStrike" cap="none" normalizeH="0" baseline="0" dirty="0">
                <a:ln>
                  <a:noFill/>
                </a:ln>
                <a:effectLst/>
                <a:latin typeface="Arial" panose="020B0604020202020204" pitchFamily="34" charset="0"/>
              </a:rPr>
              <a:t> </a:t>
            </a:r>
            <a:r>
              <a:rPr kumimoji="0" lang="en-US" altLang="en-US" sz="2500" b="1" i="0" u="none" strike="noStrike" cap="none" normalizeH="0" baseline="0" dirty="0">
                <a:ln>
                  <a:noFill/>
                </a:ln>
                <a:effectLst/>
                <a:latin typeface="Arial" panose="020B0604020202020204" pitchFamily="34" charset="0"/>
              </a:rPr>
              <a:t>Router:</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Connected to the Routers of the other 3 cities</a:t>
            </a:r>
            <a:endParaRPr kumimoji="0" lang="en-US" altLang="en-US" sz="2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endParaRPr kumimoji="0" lang="hu-HU" altLang="en-US" sz="2000" b="0" i="0" u="none" strike="noStrike" cap="none" normalizeH="0" baseline="0" dirty="0">
              <a:ln>
                <a:noFill/>
              </a:ln>
              <a:effectLst/>
              <a:latin typeface="Arial" panose="020B0604020202020204" pitchFamily="34" charset="0"/>
            </a:endParaRPr>
          </a:p>
        </p:txBody>
      </p:sp>
      <p:pic>
        <p:nvPicPr>
          <p:cNvPr id="3" name="Picture 2">
            <a:extLst>
              <a:ext uri="{FF2B5EF4-FFF2-40B4-BE49-F238E27FC236}">
                <a16:creationId xmlns:a16="http://schemas.microsoft.com/office/drawing/2014/main" id="{85FB3BAA-E0CD-45A6-13D4-663D3E5A2D9D}"/>
              </a:ext>
            </a:extLst>
          </p:cNvPr>
          <p:cNvPicPr>
            <a:picLocks noChangeAspect="1"/>
          </p:cNvPicPr>
          <p:nvPr/>
        </p:nvPicPr>
        <p:blipFill>
          <a:blip r:embed="rId3"/>
          <a:stretch>
            <a:fillRect/>
          </a:stretch>
        </p:blipFill>
        <p:spPr>
          <a:xfrm>
            <a:off x="5445457" y="1306895"/>
            <a:ext cx="6155141" cy="4267951"/>
          </a:xfrm>
          <a:prstGeom prst="rect">
            <a:avLst/>
          </a:prstGeom>
        </p:spPr>
      </p:pic>
    </p:spTree>
    <p:extLst>
      <p:ext uri="{BB962C8B-B14F-4D97-AF65-F5344CB8AC3E}">
        <p14:creationId xmlns:p14="http://schemas.microsoft.com/office/powerpoint/2010/main" val="528275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298537-8A90-4BFE-FDDD-6615D94884D7}"/>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3F0D047-2BD8-2B29-CB9D-0436ED1C6D20}"/>
              </a:ext>
            </a:extLst>
          </p:cNvPr>
          <p:cNvSpPr>
            <a:spLocks noGrp="1"/>
          </p:cNvSpPr>
          <p:nvPr>
            <p:ph type="title"/>
          </p:nvPr>
        </p:nvSpPr>
        <p:spPr>
          <a:xfrm>
            <a:off x="0" y="23740"/>
            <a:ext cx="12192000" cy="1212778"/>
          </a:xfrm>
        </p:spPr>
        <p:txBody>
          <a:bodyPr>
            <a:normAutofit/>
          </a:bodyPr>
          <a:lstStyle/>
          <a:p>
            <a:pPr algn="ctr"/>
            <a:r>
              <a:rPr lang="en-US" sz="6000" u="sng" dirty="0" err="1">
                <a:solidFill>
                  <a:schemeClr val="bg1"/>
                </a:solidFill>
                <a:highlight>
                  <a:srgbClr val="000000"/>
                </a:highlight>
                <a:latin typeface="Agency FB" panose="020B0503020202020204" pitchFamily="34" charset="0"/>
              </a:rPr>
              <a:t>Pécs</a:t>
            </a:r>
            <a:endParaRPr lang="en-US" sz="6000" u="sng" dirty="0">
              <a:solidFill>
                <a:schemeClr val="bg1"/>
              </a:solidFill>
              <a:highlight>
                <a:srgbClr val="000000"/>
              </a:highlight>
              <a:latin typeface="Agency FB" panose="020B0503020202020204" pitchFamily="34" charset="0"/>
            </a:endParaRPr>
          </a:p>
        </p:txBody>
      </p:sp>
      <p:sp>
        <p:nvSpPr>
          <p:cNvPr id="4" name="Rectangle 1">
            <a:extLst>
              <a:ext uri="{FF2B5EF4-FFF2-40B4-BE49-F238E27FC236}">
                <a16:creationId xmlns:a16="http://schemas.microsoft.com/office/drawing/2014/main" id="{AAEADE4B-7175-CDC4-6ACC-ADE024C3CB0A}"/>
              </a:ext>
            </a:extLst>
          </p:cNvPr>
          <p:cNvSpPr>
            <a:spLocks noGrp="1" noChangeArrowheads="1"/>
          </p:cNvSpPr>
          <p:nvPr>
            <p:ph idx="1"/>
          </p:nvPr>
        </p:nvSpPr>
        <p:spPr bwMode="auto">
          <a:xfrm>
            <a:off x="477982" y="2194102"/>
            <a:ext cx="4083627" cy="390858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a:t>
            </a:r>
            <a:r>
              <a:rPr lang="en-US" altLang="en-US" sz="2500" dirty="0">
                <a:latin typeface="Arial" panose="020B0604020202020204" pitchFamily="34" charset="0"/>
              </a:rPr>
              <a:t>Rooms</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 </a:t>
            </a:r>
            <a:r>
              <a:rPr kumimoji="0" lang="en-US" altLang="en-US" sz="2500" b="0" i="0" strike="noStrike" cap="none" normalizeH="0" baseline="0" dirty="0">
                <a:ln>
                  <a:noFill/>
                </a:ln>
                <a:effectLst/>
                <a:latin typeface="Arial" panose="020B0604020202020204" pitchFamily="34" charset="0"/>
              </a:rPr>
              <a:t>Bar</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VLANs: </a:t>
            </a:r>
            <a:r>
              <a:rPr lang="en-US" altLang="en-US" sz="2500" dirty="0">
                <a:latin typeface="Arial" panose="020B0604020202020204" pitchFamily="34" charset="0"/>
              </a:rPr>
              <a:t>Room</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a:t>
            </a:r>
            <a:r>
              <a:rPr lang="en-US" altLang="en-US" sz="2500" dirty="0">
                <a:latin typeface="Arial" panose="020B0604020202020204" pitchFamily="34" charset="0"/>
              </a:rPr>
              <a:t>Room</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strike="noStrike" cap="none" normalizeH="0" baseline="0" dirty="0">
                <a:ln>
                  <a:noFill/>
                </a:ln>
                <a:effectLst/>
                <a:latin typeface="Arial" panose="020B0604020202020204" pitchFamily="34" charset="0"/>
              </a:rPr>
              <a:t>Bar</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1" i="0" u="none" strike="noStrike" cap="none" normalizeH="0" baseline="0" dirty="0">
                <a:ln>
                  <a:noFill/>
                </a:ln>
                <a:effectLst/>
                <a:latin typeface="Arial" panose="020B0604020202020204" pitchFamily="34" charset="0"/>
              </a:rPr>
              <a:t> DHCP</a:t>
            </a:r>
            <a:endParaRPr kumimoji="0" lang="hu-HU" altLang="en-US" sz="2500" b="1"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strike="noStrike" cap="none" normalizeH="0" baseline="0" dirty="0">
                <a:ln>
                  <a:noFill/>
                </a:ln>
                <a:effectLst/>
                <a:latin typeface="Arial" panose="020B0604020202020204" pitchFamily="34" charset="0"/>
              </a:rPr>
              <a:t> Wireless Router </a:t>
            </a:r>
            <a:r>
              <a:rPr lang="en-US" altLang="en-US" sz="2500" dirty="0">
                <a:latin typeface="Arial" panose="020B0604020202020204" pitchFamily="34" charset="0"/>
              </a:rPr>
              <a:t>for the bar</a:t>
            </a:r>
            <a:endParaRPr kumimoji="0" lang="en-US" altLang="en-US" sz="2500" b="0" i="0" u="none" strike="noStrike" cap="none" normalizeH="0" baseline="0" dirty="0">
              <a:ln>
                <a:noFill/>
              </a:ln>
              <a:effectLst/>
              <a:latin typeface="Arial" panose="020B0604020202020204" pitchFamily="34" charset="0"/>
            </a:endParaRPr>
          </a:p>
        </p:txBody>
      </p:sp>
      <p:pic>
        <p:nvPicPr>
          <p:cNvPr id="3" name="Picture 2">
            <a:extLst>
              <a:ext uri="{FF2B5EF4-FFF2-40B4-BE49-F238E27FC236}">
                <a16:creationId xmlns:a16="http://schemas.microsoft.com/office/drawing/2014/main" id="{85AC82F5-FCD5-15A9-DA15-0A8017ADFA34}"/>
              </a:ext>
            </a:extLst>
          </p:cNvPr>
          <p:cNvPicPr>
            <a:picLocks noChangeAspect="1"/>
          </p:cNvPicPr>
          <p:nvPr/>
        </p:nvPicPr>
        <p:blipFill>
          <a:blip r:embed="rId3"/>
          <a:stretch>
            <a:fillRect/>
          </a:stretch>
        </p:blipFill>
        <p:spPr>
          <a:xfrm>
            <a:off x="5445457" y="1428899"/>
            <a:ext cx="6155141" cy="4023942"/>
          </a:xfrm>
          <a:prstGeom prst="rect">
            <a:avLst/>
          </a:prstGeom>
        </p:spPr>
      </p:pic>
    </p:spTree>
    <p:extLst>
      <p:ext uri="{BB962C8B-B14F-4D97-AF65-F5344CB8AC3E}">
        <p14:creationId xmlns:p14="http://schemas.microsoft.com/office/powerpoint/2010/main" val="2398510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F42DC4-946B-91B6-2AD7-ADDE803CA836}"/>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0A1AAAB7-B49A-A2D9-5226-0280423B4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8ED94F4E-69E6-EB32-2B0D-899214C1F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9BAC694-A647-349A-4E84-EA164E5AE583}"/>
              </a:ext>
            </a:extLst>
          </p:cNvPr>
          <p:cNvSpPr>
            <a:spLocks noGrp="1"/>
          </p:cNvSpPr>
          <p:nvPr>
            <p:ph type="title"/>
          </p:nvPr>
        </p:nvSpPr>
        <p:spPr>
          <a:xfrm>
            <a:off x="0" y="23740"/>
            <a:ext cx="12192000" cy="1212778"/>
          </a:xfrm>
        </p:spPr>
        <p:txBody>
          <a:bodyPr>
            <a:normAutofit/>
          </a:bodyPr>
          <a:lstStyle/>
          <a:p>
            <a:pPr algn="ctr"/>
            <a:r>
              <a:rPr lang="en-US" sz="6000" u="sng" dirty="0" err="1">
                <a:solidFill>
                  <a:schemeClr val="bg1"/>
                </a:solidFill>
                <a:highlight>
                  <a:srgbClr val="000000"/>
                </a:highlight>
                <a:latin typeface="Agency FB" panose="020B0503020202020204" pitchFamily="34" charset="0"/>
              </a:rPr>
              <a:t>Szekszárd</a:t>
            </a:r>
            <a:endParaRPr lang="en-US" sz="6000" u="sng" dirty="0">
              <a:solidFill>
                <a:schemeClr val="bg1"/>
              </a:solidFill>
              <a:highlight>
                <a:srgbClr val="000000"/>
              </a:highlight>
              <a:latin typeface="Agency FB" panose="020B0503020202020204" pitchFamily="34" charset="0"/>
            </a:endParaRPr>
          </a:p>
        </p:txBody>
      </p:sp>
      <p:pic>
        <p:nvPicPr>
          <p:cNvPr id="6" name="Picture 5">
            <a:extLst>
              <a:ext uri="{FF2B5EF4-FFF2-40B4-BE49-F238E27FC236}">
                <a16:creationId xmlns:a16="http://schemas.microsoft.com/office/drawing/2014/main" id="{610DB6D8-67A4-F6D9-85EA-BFD8AFD0F849}"/>
              </a:ext>
            </a:extLst>
          </p:cNvPr>
          <p:cNvPicPr>
            <a:picLocks noChangeAspect="1"/>
          </p:cNvPicPr>
          <p:nvPr/>
        </p:nvPicPr>
        <p:blipFill>
          <a:blip r:embed="rId3"/>
          <a:stretch>
            <a:fillRect/>
          </a:stretch>
        </p:blipFill>
        <p:spPr>
          <a:xfrm>
            <a:off x="5502208" y="1423554"/>
            <a:ext cx="6300693" cy="4010891"/>
          </a:xfrm>
          <a:prstGeom prst="rect">
            <a:avLst/>
          </a:prstGeom>
        </p:spPr>
      </p:pic>
      <p:sp>
        <p:nvSpPr>
          <p:cNvPr id="7" name="Rectangle 1">
            <a:extLst>
              <a:ext uri="{FF2B5EF4-FFF2-40B4-BE49-F238E27FC236}">
                <a16:creationId xmlns:a16="http://schemas.microsoft.com/office/drawing/2014/main" id="{E7E3FE34-BDAD-C5DC-F810-9F232BA28555}"/>
              </a:ext>
            </a:extLst>
          </p:cNvPr>
          <p:cNvSpPr txBox="1">
            <a:spLocks noChangeArrowheads="1"/>
          </p:cNvSpPr>
          <p:nvPr/>
        </p:nvSpPr>
        <p:spPr bwMode="auto">
          <a:xfrm>
            <a:off x="389099" y="2374322"/>
            <a:ext cx="4586513" cy="401089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spcBef>
                <a:spcPct val="0"/>
              </a:spcBef>
              <a:spcAft>
                <a:spcPts val="600"/>
              </a:spcAft>
              <a:buFont typeface="Wingdings" panose="05000000000000000000" pitchFamily="2" charset="2"/>
              <a:buChar char="q"/>
            </a:pPr>
            <a:r>
              <a:rPr lang="en-US" altLang="en-US" sz="2500" dirty="0">
                <a:latin typeface="Arial" panose="020B0604020202020204" pitchFamily="34" charset="0"/>
              </a:rPr>
              <a:t> Facilities: </a:t>
            </a:r>
            <a:r>
              <a:rPr lang="en-US" altLang="en-US" sz="2500" u="sng" dirty="0">
                <a:latin typeface="Arial" panose="020B0604020202020204" pitchFamily="34" charset="0"/>
              </a:rPr>
              <a:t>Office</a:t>
            </a:r>
            <a:r>
              <a:rPr lang="en-US" altLang="en-US" sz="2500" dirty="0">
                <a:latin typeface="Arial" panose="020B0604020202020204" pitchFamily="34" charset="0"/>
              </a:rPr>
              <a:t>, </a:t>
            </a:r>
            <a:r>
              <a:rPr lang="en-US" altLang="en-US" sz="2500" u="sng" dirty="0">
                <a:latin typeface="Arial" panose="020B0604020202020204" pitchFamily="34" charset="0"/>
              </a:rPr>
              <a:t>Server room</a:t>
            </a:r>
            <a:r>
              <a:rPr lang="en-US" altLang="en-US" sz="2500" dirty="0">
                <a:latin typeface="Arial" panose="020B0604020202020204" pitchFamily="34" charset="0"/>
              </a:rPr>
              <a:t>, </a:t>
            </a:r>
            <a:r>
              <a:rPr lang="en-US" altLang="en-US" sz="2500" b="1" dirty="0">
                <a:latin typeface="Arial" panose="020B0604020202020204" pitchFamily="34" charset="0"/>
              </a:rPr>
              <a:t>Admin</a:t>
            </a:r>
          </a:p>
          <a:p>
            <a:pPr eaLnBrk="0" fontAlgn="base" hangingPunct="0">
              <a:spcBef>
                <a:spcPct val="0"/>
              </a:spcBef>
              <a:spcAft>
                <a:spcPts val="600"/>
              </a:spcAft>
              <a:buFont typeface="Wingdings" panose="05000000000000000000" pitchFamily="2" charset="2"/>
              <a:buChar char="q"/>
            </a:pPr>
            <a:endParaRPr lang="en-US" altLang="en-US" sz="2500" dirty="0">
              <a:latin typeface="Arial" panose="020B0604020202020204" pitchFamily="34" charset="0"/>
            </a:endParaRPr>
          </a:p>
          <a:p>
            <a:pPr eaLnBrk="0" fontAlgn="base" hangingPunct="0">
              <a:spcBef>
                <a:spcPct val="0"/>
              </a:spcBef>
              <a:spcAft>
                <a:spcPts val="600"/>
              </a:spcAft>
              <a:buFont typeface="Wingdings" panose="05000000000000000000" pitchFamily="2" charset="2"/>
              <a:buChar char="q"/>
            </a:pPr>
            <a:r>
              <a:rPr lang="en-US" altLang="en-US" sz="2500" dirty="0">
                <a:latin typeface="Arial" panose="020B0604020202020204" pitchFamily="34" charset="0"/>
              </a:rPr>
              <a:t> </a:t>
            </a:r>
            <a:r>
              <a:rPr lang="en-US" altLang="en-US" sz="2500" i="1" dirty="0">
                <a:latin typeface="Arial" panose="020B0604020202020204" pitchFamily="34" charset="0"/>
              </a:rPr>
              <a:t>12</a:t>
            </a:r>
            <a:r>
              <a:rPr lang="en-US" altLang="en-US" sz="2500" dirty="0">
                <a:latin typeface="Arial" panose="020B0604020202020204" pitchFamily="34" charset="0"/>
              </a:rPr>
              <a:t> </a:t>
            </a:r>
            <a:r>
              <a:rPr lang="hu-HU" altLang="en-US" sz="2500" dirty="0">
                <a:latin typeface="Arial" panose="020B0604020202020204" pitchFamily="34" charset="0"/>
              </a:rPr>
              <a:t>PC</a:t>
            </a:r>
            <a:r>
              <a:rPr lang="en-US" altLang="en-US" sz="2500" dirty="0">
                <a:latin typeface="Arial" panose="020B0604020202020204" pitchFamily="34" charset="0"/>
              </a:rPr>
              <a:t>, </a:t>
            </a:r>
            <a:r>
              <a:rPr lang="en-US" altLang="en-US" sz="2500" i="1" dirty="0">
                <a:latin typeface="Arial" panose="020B0604020202020204" pitchFamily="34" charset="0"/>
              </a:rPr>
              <a:t>2</a:t>
            </a:r>
            <a:r>
              <a:rPr lang="en-US" altLang="en-US" sz="2500" dirty="0">
                <a:latin typeface="Arial" panose="020B0604020202020204" pitchFamily="34" charset="0"/>
              </a:rPr>
              <a:t> printer, </a:t>
            </a:r>
            <a:r>
              <a:rPr lang="en-US" altLang="en-US" sz="2500" i="1" dirty="0">
                <a:latin typeface="Arial" panose="020B0604020202020204" pitchFamily="34" charset="0"/>
              </a:rPr>
              <a:t>3 </a:t>
            </a:r>
            <a:r>
              <a:rPr lang="en-US" altLang="en-US" sz="2500" dirty="0">
                <a:latin typeface="Arial" panose="020B0604020202020204" pitchFamily="34" charset="0"/>
              </a:rPr>
              <a:t>server</a:t>
            </a:r>
          </a:p>
          <a:p>
            <a:pPr eaLnBrk="0" fontAlgn="base" hangingPunct="0">
              <a:spcBef>
                <a:spcPct val="0"/>
              </a:spcBef>
              <a:spcAft>
                <a:spcPts val="600"/>
              </a:spcAft>
              <a:buFont typeface="Wingdings" panose="05000000000000000000" pitchFamily="2" charset="2"/>
              <a:buChar char="q"/>
            </a:pPr>
            <a:endParaRPr lang="hu-HU" altLang="en-US" sz="2500" dirty="0">
              <a:latin typeface="Arial" panose="020B0604020202020204" pitchFamily="34" charset="0"/>
            </a:endParaRPr>
          </a:p>
          <a:p>
            <a:pPr eaLnBrk="0" fontAlgn="base" hangingPunct="0">
              <a:spcBef>
                <a:spcPct val="0"/>
              </a:spcBef>
              <a:spcAft>
                <a:spcPts val="600"/>
              </a:spcAft>
              <a:buFont typeface="Wingdings" panose="05000000000000000000" pitchFamily="2" charset="2"/>
              <a:buChar char="q"/>
            </a:pPr>
            <a:r>
              <a:rPr lang="en-US" altLang="en-US" sz="2500" dirty="0">
                <a:latin typeface="Arial" panose="020B0604020202020204" pitchFamily="34" charset="0"/>
              </a:rPr>
              <a:t> </a:t>
            </a:r>
            <a:r>
              <a:rPr lang="hu-HU" altLang="en-US" sz="2500" b="1" dirty="0">
                <a:latin typeface="Arial" panose="020B0604020202020204" pitchFamily="34" charset="0"/>
              </a:rPr>
              <a:t>Admin</a:t>
            </a:r>
            <a:r>
              <a:rPr lang="hu-HU" altLang="en-US" sz="2500" dirty="0">
                <a:latin typeface="Arial" panose="020B0604020202020204" pitchFamily="34" charset="0"/>
              </a:rPr>
              <a:t> </a:t>
            </a:r>
            <a:r>
              <a:rPr lang="en-US" altLang="en-US" sz="2500" dirty="0">
                <a:latin typeface="Arial" panose="020B0604020202020204" pitchFamily="34" charset="0"/>
              </a:rPr>
              <a:t>city</a:t>
            </a:r>
          </a:p>
        </p:txBody>
      </p:sp>
    </p:spTree>
    <p:extLst>
      <p:ext uri="{BB962C8B-B14F-4D97-AF65-F5344CB8AC3E}">
        <p14:creationId xmlns:p14="http://schemas.microsoft.com/office/powerpoint/2010/main" val="1494984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6EA86598-DA2C-41D5-BC0C-E877F881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1155557" y="637763"/>
            <a:ext cx="4310698" cy="1627274"/>
          </a:xfrm>
        </p:spPr>
        <p:txBody>
          <a:bodyPr anchor="t">
            <a:normAutofit/>
          </a:bodyPr>
          <a:lstStyle/>
          <a:p>
            <a:r>
              <a:rPr lang="en-US" sz="4800" dirty="0">
                <a:solidFill>
                  <a:schemeClr val="bg1"/>
                </a:solidFill>
              </a:rPr>
              <a:t>Jira</a:t>
            </a:r>
            <a:r>
              <a:rPr lang="en-US" sz="4800" u="sng" dirty="0">
                <a:solidFill>
                  <a:schemeClr val="bg1"/>
                </a:solidFill>
              </a:rPr>
              <a:t> </a:t>
            </a:r>
            <a:r>
              <a:rPr lang="en-US" sz="4800" dirty="0">
                <a:solidFill>
                  <a:schemeClr val="bg1"/>
                </a:solidFill>
              </a:rPr>
              <a:t>documentation</a:t>
            </a:r>
          </a:p>
        </p:txBody>
      </p:sp>
      <p:sp>
        <p:nvSpPr>
          <p:cNvPr id="44" name="Rectangle 4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556" y="2372156"/>
            <a:ext cx="457200"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Rectangle 2">
            <a:extLst>
              <a:ext uri="{FF2B5EF4-FFF2-40B4-BE49-F238E27FC236}">
                <a16:creationId xmlns:a16="http://schemas.microsoft.com/office/drawing/2014/main" id="{0FE6482A-CB4E-D344-38E7-89CA279C526C}"/>
              </a:ext>
            </a:extLst>
          </p:cNvPr>
          <p:cNvSpPr>
            <a:spLocks noGrp="1" noChangeArrowheads="1"/>
          </p:cNvSpPr>
          <p:nvPr>
            <p:ph idx="1"/>
          </p:nvPr>
        </p:nvSpPr>
        <p:spPr bwMode="auto">
          <a:xfrm>
            <a:off x="1155556" y="2581065"/>
            <a:ext cx="4284416" cy="36334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solidFill>
                  <a:schemeClr val="bg1"/>
                </a:solidFill>
                <a:effectLst/>
                <a:latin typeface="Arial" panose="020B0604020202020204" pitchFamily="34" charset="0"/>
              </a:rPr>
              <a:t>Testing</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solidFill>
                <a:schemeClr val="bg1"/>
              </a:solidFill>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solidFill>
                  <a:schemeClr val="bg1"/>
                </a:solidFill>
                <a:effectLst/>
                <a:latin typeface="Arial" panose="020B0604020202020204" pitchFamily="34" charset="0"/>
              </a:rPr>
              <a:t>Documenting</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en-US" altLang="en-US" sz="2500" dirty="0">
              <a:solidFill>
                <a:schemeClr val="bg1"/>
              </a:solidFill>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lang="en-US" altLang="en-US" sz="2500" dirty="0">
                <a:solidFill>
                  <a:schemeClr val="bg1"/>
                </a:solidFill>
                <a:latin typeface="Arial" panose="020B0604020202020204" pitchFamily="34" charset="0"/>
              </a:rPr>
              <a:t>Logging working hours</a:t>
            </a:r>
          </a:p>
          <a:p>
            <a:pPr marL="0" marR="0" lvl="0" indent="0" defTabSz="914400" rtl="0" eaLnBrk="0" fontAlgn="base" latinLnBrk="0" hangingPunct="0">
              <a:spcBef>
                <a:spcPct val="0"/>
              </a:spcBef>
              <a:spcAft>
                <a:spcPts val="600"/>
              </a:spcAft>
              <a:buClrTx/>
              <a:buSzTx/>
              <a:buNone/>
              <a:tabLst/>
            </a:pPr>
            <a:endParaRPr kumimoji="0" lang="en-US" altLang="en-US" sz="2500" b="0" i="0" u="none" strike="noStrike" cap="none" normalizeH="0" baseline="0" dirty="0">
              <a:ln>
                <a:noFill/>
              </a:ln>
              <a:solidFill>
                <a:schemeClr val="bg1"/>
              </a:solidFill>
              <a:effectLst/>
              <a:latin typeface="Arial" panose="020B0604020202020204" pitchFamily="34" charset="0"/>
            </a:endParaRPr>
          </a:p>
        </p:txBody>
      </p:sp>
      <p:sp>
        <p:nvSpPr>
          <p:cNvPr id="46" name="Rectangle 45">
            <a:extLst>
              <a:ext uri="{FF2B5EF4-FFF2-40B4-BE49-F238E27FC236}">
                <a16:creationId xmlns:a16="http://schemas.microsoft.com/office/drawing/2014/main" id="{87F16C5A-0D41-47A9-B0A2-9C2AD7A8C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2C5BAEAF-03D0-47EB-E55E-58D41F3BB4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2373" y="0"/>
            <a:ext cx="4483244" cy="6858000"/>
          </a:xfrm>
          <a:prstGeom prst="rect">
            <a:avLst/>
          </a:prstGeom>
        </p:spPr>
      </p:pic>
    </p:spTree>
    <p:extLst>
      <p:ext uri="{BB962C8B-B14F-4D97-AF65-F5344CB8AC3E}">
        <p14:creationId xmlns:p14="http://schemas.microsoft.com/office/powerpoint/2010/main" val="792420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a:extLst>
              <a:ext uri="{FF2B5EF4-FFF2-40B4-BE49-F238E27FC236}">
                <a16:creationId xmlns:a16="http://schemas.microsoft.com/office/drawing/2014/main" id="{F03116D9-B209-F8B1-7E55-68807035A1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49" r="-1" b="3536"/>
          <a:stretch>
            <a:fillRect/>
          </a:stretch>
        </p:blipFill>
        <p:spPr bwMode="auto">
          <a:xfrm>
            <a:off x="-1" y="10"/>
            <a:ext cx="12228129" cy="4666928"/>
          </a:xfrm>
          <a:prstGeom prst="rect">
            <a:avLst/>
          </a:prstGeom>
          <a:noFill/>
          <a:extLst>
            <a:ext uri="{909E8E84-426E-40DD-AFC4-6F175D3DCCD1}">
              <a14:hiddenFill xmlns:a14="http://schemas.microsoft.com/office/drawing/2010/main">
                <a:solidFill>
                  <a:srgbClr val="FFFFFF"/>
                </a:solidFill>
              </a14:hiddenFill>
            </a:ext>
          </a:extLst>
        </p:spPr>
      </p:pic>
      <p:grpSp>
        <p:nvGrpSpPr>
          <p:cNvPr id="51" name="Group 50">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52" name="Freeform: Shape 51">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55" name="Freeform: Shape 54">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804672" y="4551037"/>
            <a:ext cx="5021782" cy="1509931"/>
          </a:xfrm>
        </p:spPr>
        <p:txBody>
          <a:bodyPr>
            <a:normAutofit/>
          </a:bodyPr>
          <a:lstStyle/>
          <a:p>
            <a:r>
              <a:rPr lang="en-US" sz="8000" u="sng" dirty="0">
                <a:solidFill>
                  <a:schemeClr val="bg1"/>
                </a:solidFill>
                <a:highlight>
                  <a:srgbClr val="000000"/>
                </a:highlight>
                <a:latin typeface="Agency FB" panose="020B0503020202020204" pitchFamily="34" charset="0"/>
              </a:rPr>
              <a:t>_</a:t>
            </a:r>
            <a:r>
              <a:rPr lang="hu-HU" sz="8000" u="sng" dirty="0">
                <a:solidFill>
                  <a:schemeClr val="bg1"/>
                </a:solidFill>
                <a:highlight>
                  <a:srgbClr val="000000"/>
                </a:highlight>
                <a:latin typeface="Agency FB" panose="020B0503020202020204" pitchFamily="34" charset="0"/>
              </a:rPr>
              <a:t>Git</a:t>
            </a:r>
            <a:r>
              <a:rPr lang="en-US" sz="8000" u="sng" dirty="0">
                <a:solidFill>
                  <a:schemeClr val="bg1"/>
                </a:solidFill>
                <a:highlight>
                  <a:srgbClr val="000000"/>
                </a:highlight>
                <a:latin typeface="Agency FB" panose="020B0503020202020204" pitchFamily="34" charset="0"/>
              </a:rPr>
              <a:t>_</a:t>
            </a:r>
          </a:p>
        </p:txBody>
      </p:sp>
      <p:sp>
        <p:nvSpPr>
          <p:cNvPr id="5" name="Rectangle 2">
            <a:extLst>
              <a:ext uri="{FF2B5EF4-FFF2-40B4-BE49-F238E27FC236}">
                <a16:creationId xmlns:a16="http://schemas.microsoft.com/office/drawing/2014/main" id="{0FE6482A-CB4E-D344-38E7-89CA279C526C}"/>
              </a:ext>
            </a:extLst>
          </p:cNvPr>
          <p:cNvSpPr>
            <a:spLocks noGrp="1" noChangeArrowheads="1"/>
          </p:cNvSpPr>
          <p:nvPr>
            <p:ph idx="1"/>
          </p:nvPr>
        </p:nvSpPr>
        <p:spPr bwMode="auto">
          <a:xfrm>
            <a:off x="6231256" y="4796490"/>
            <a:ext cx="4926411" cy="21747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lvl="0" eaLnBrk="0" fontAlgn="base" hangingPunct="0">
              <a:spcBef>
                <a:spcPct val="0"/>
              </a:spcBef>
              <a:spcAft>
                <a:spcPts val="600"/>
              </a:spcAft>
              <a:buFont typeface="Wingdings" panose="05000000000000000000" pitchFamily="2" charset="2"/>
              <a:buChar char="q"/>
            </a:pPr>
            <a:r>
              <a:rPr lang="en-US" sz="3200" dirty="0"/>
              <a:t>Version control system</a:t>
            </a:r>
          </a:p>
          <a:p>
            <a:pPr lvl="0" eaLnBrk="0" fontAlgn="base" hangingPunct="0">
              <a:spcBef>
                <a:spcPct val="0"/>
              </a:spcBef>
              <a:spcAft>
                <a:spcPts val="600"/>
              </a:spcAft>
              <a:buFont typeface="Wingdings" panose="05000000000000000000" pitchFamily="2" charset="2"/>
              <a:buChar char="q"/>
            </a:pPr>
            <a:endParaRPr kumimoji="0" lang="en-US" altLang="en-US" sz="3000" b="0" i="0" u="none" strike="noStrike" cap="none" normalizeH="0" baseline="0" dirty="0">
              <a:ln>
                <a:noFill/>
              </a:ln>
              <a:solidFill>
                <a:schemeClr val="tx2"/>
              </a:solidFill>
              <a:effectLst/>
              <a:latin typeface="+mj-lt"/>
            </a:endParaRPr>
          </a:p>
          <a:p>
            <a:pPr lvl="0" eaLnBrk="0" fontAlgn="base" hangingPunct="0">
              <a:spcBef>
                <a:spcPct val="0"/>
              </a:spcBef>
              <a:spcAft>
                <a:spcPts val="600"/>
              </a:spcAft>
              <a:buFont typeface="Wingdings" panose="05000000000000000000" pitchFamily="2" charset="2"/>
              <a:buChar char="q"/>
            </a:pPr>
            <a:r>
              <a:rPr lang="en-US" sz="3200" dirty="0"/>
              <a:t>Transparent development</a:t>
            </a:r>
            <a:endParaRPr lang="en-US" altLang="en-US" sz="1800" dirty="0">
              <a:solidFill>
                <a:schemeClr val="tx2"/>
              </a:solidFill>
              <a:latin typeface="+mj-lt"/>
            </a:endParaRP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solidFill>
                <a:schemeClr val="tx2"/>
              </a:solidFill>
              <a:effectLst/>
              <a:latin typeface="+mj-lt"/>
            </a:endParaRP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solidFill>
                <a:schemeClr val="tx2"/>
              </a:solidFill>
              <a:effectLst/>
              <a:latin typeface="+mj-lt"/>
            </a:endParaRPr>
          </a:p>
        </p:txBody>
      </p:sp>
    </p:spTree>
    <p:extLst>
      <p:ext uri="{BB962C8B-B14F-4D97-AF65-F5344CB8AC3E}">
        <p14:creationId xmlns:p14="http://schemas.microsoft.com/office/powerpoint/2010/main" val="3800025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96CF2A2B-0745-440C-9224-C5C6A0A4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75BE6D6B-84C9-4D2B-97EB-773B7369E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Kép 3">
            <a:extLst>
              <a:ext uri="{FF2B5EF4-FFF2-40B4-BE49-F238E27FC236}">
                <a16:creationId xmlns:a16="http://schemas.microsoft.com/office/drawing/2014/main" id="{72C5865B-6A15-FFC9-AB59-FFB1770600AE}"/>
              </a:ext>
            </a:extLst>
          </p:cNvPr>
          <p:cNvPicPr>
            <a:picLocks noChangeAspect="1"/>
          </p:cNvPicPr>
          <p:nvPr/>
        </p:nvPicPr>
        <p:blipFill>
          <a:blip r:embed="rId3">
            <a:alphaModFix amt="27000"/>
          </a:blip>
          <a:stretch>
            <a:fillRect/>
          </a:stretch>
        </p:blipFill>
        <p:spPr>
          <a:xfrm>
            <a:off x="-6096" y="32911"/>
            <a:ext cx="12195048" cy="6984686"/>
          </a:xfrm>
          <a:prstGeom prst="rect">
            <a:avLst/>
          </a:prstGeom>
          <a:blipFill>
            <a:blip r:embed="rId4">
              <a:alphaModFix amt="27000"/>
            </a:blip>
            <a:stretch>
              <a:fillRect/>
            </a:stretch>
          </a:blipFill>
        </p:spPr>
      </p:pic>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1198181" y="728906"/>
            <a:ext cx="9792471" cy="2057037"/>
          </a:xfrm>
        </p:spPr>
        <p:txBody>
          <a:bodyPr>
            <a:normAutofit/>
          </a:bodyPr>
          <a:lstStyle/>
          <a:p>
            <a:pPr algn="ctr"/>
            <a:r>
              <a:rPr lang="hu-HU" sz="6000" dirty="0" err="1">
                <a:solidFill>
                  <a:srgbClr val="FFFFFF"/>
                </a:solidFill>
                <a:highlight>
                  <a:srgbClr val="000000"/>
                </a:highlight>
                <a:latin typeface="Agency FB" panose="020B0503020202020204" pitchFamily="34" charset="0"/>
              </a:rPr>
              <a:t>Tes</a:t>
            </a:r>
            <a:r>
              <a:rPr lang="en-US" sz="6000" dirty="0">
                <a:solidFill>
                  <a:srgbClr val="FFFFFF"/>
                </a:solidFill>
                <a:highlight>
                  <a:srgbClr val="000000"/>
                </a:highlight>
                <a:latin typeface="Agency FB" panose="020B0503020202020204" pitchFamily="34" charset="0"/>
              </a:rPr>
              <a:t>ting</a:t>
            </a:r>
          </a:p>
        </p:txBody>
      </p:sp>
      <p:sp>
        <p:nvSpPr>
          <p:cNvPr id="5" name="Rectangle 2">
            <a:extLst>
              <a:ext uri="{FF2B5EF4-FFF2-40B4-BE49-F238E27FC236}">
                <a16:creationId xmlns:a16="http://schemas.microsoft.com/office/drawing/2014/main" id="{0FE6482A-CB4E-D344-38E7-89CA279C526C}"/>
              </a:ext>
            </a:extLst>
          </p:cNvPr>
          <p:cNvSpPr>
            <a:spLocks noGrp="1" noChangeArrowheads="1"/>
          </p:cNvSpPr>
          <p:nvPr>
            <p:ph idx="1"/>
          </p:nvPr>
        </p:nvSpPr>
        <p:spPr bwMode="auto">
          <a:xfrm>
            <a:off x="1198181" y="3190009"/>
            <a:ext cx="9792471" cy="293907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lgn="ctr" eaLnBrk="0" fontAlgn="base" hangingPunct="0">
              <a:spcBef>
                <a:spcPct val="0"/>
              </a:spcBef>
              <a:spcAft>
                <a:spcPts val="600"/>
              </a:spcAft>
              <a:buNone/>
            </a:pPr>
            <a:r>
              <a:rPr lang="en-US" sz="3200" b="1" dirty="0">
                <a:effectLst>
                  <a:outerShdw blurRad="38100" dist="38100" dir="2700000" algn="tl">
                    <a:srgbClr val="000000">
                      <a:alpha val="43137"/>
                    </a:srgbClr>
                  </a:outerShdw>
                </a:effectLst>
                <a:highlight>
                  <a:srgbClr val="FF0000"/>
                </a:highlight>
              </a:rPr>
              <a:t>Network testing ensures that the system operates</a:t>
            </a:r>
            <a:br>
              <a:rPr lang="en-US" sz="3200" b="1" dirty="0">
                <a:effectLst>
                  <a:outerShdw blurRad="38100" dist="38100" dir="2700000" algn="tl">
                    <a:srgbClr val="000000">
                      <a:alpha val="43137"/>
                    </a:srgbClr>
                  </a:outerShdw>
                </a:effectLst>
                <a:highlight>
                  <a:srgbClr val="FF0000"/>
                </a:highlight>
              </a:rPr>
            </a:br>
            <a:r>
              <a:rPr lang="en-US" sz="3200" b="1" dirty="0">
                <a:effectLst>
                  <a:outerShdw blurRad="38100" dist="38100" dir="2700000" algn="tl">
                    <a:srgbClr val="000000">
                      <a:alpha val="43137"/>
                    </a:srgbClr>
                  </a:outerShdw>
                </a:effectLst>
                <a:highlight>
                  <a:srgbClr val="FF0000"/>
                </a:highlight>
              </a:rPr>
              <a:t>stably, quickly, and securely during everyday use.</a:t>
            </a:r>
            <a:endParaRPr kumimoji="0" lang="en-US" altLang="en-US" sz="3000" b="1" i="0" u="none" strike="noStrike" cap="none" normalizeH="0" baseline="0" dirty="0">
              <a:ln>
                <a:solidFill>
                  <a:srgbClr val="C00000"/>
                </a:solidFill>
              </a:ln>
              <a:solidFill>
                <a:schemeClr val="bg1"/>
              </a:solidFill>
              <a:effectLst>
                <a:outerShdw blurRad="38100" dist="38100" dir="2700000" algn="tl">
                  <a:srgbClr val="000000">
                    <a:alpha val="43137"/>
                  </a:srgbClr>
                </a:outerShdw>
              </a:effectLst>
              <a:highlight>
                <a:srgbClr val="FF0000"/>
              </a:highlight>
              <a:latin typeface="+mj-lt"/>
            </a:endParaRPr>
          </a:p>
        </p:txBody>
      </p:sp>
    </p:spTree>
    <p:extLst>
      <p:ext uri="{BB962C8B-B14F-4D97-AF65-F5344CB8AC3E}">
        <p14:creationId xmlns:p14="http://schemas.microsoft.com/office/powerpoint/2010/main" val="1634274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838200" y="459863"/>
            <a:ext cx="10515600" cy="1004594"/>
          </a:xfrm>
        </p:spPr>
        <p:txBody>
          <a:bodyPr>
            <a:normAutofit/>
          </a:bodyPr>
          <a:lstStyle/>
          <a:p>
            <a:pPr algn="ctr"/>
            <a:r>
              <a:rPr lang="hu-HU" sz="6000" dirty="0">
                <a:solidFill>
                  <a:srgbClr val="FFFFFF"/>
                </a:solidFill>
                <a:latin typeface="Agency FB" panose="020B0503020202020204" pitchFamily="34" charset="0"/>
              </a:rPr>
              <a:t>D</a:t>
            </a:r>
            <a:r>
              <a:rPr lang="en-US" sz="6000" dirty="0" err="1">
                <a:solidFill>
                  <a:srgbClr val="FFFFFF"/>
                </a:solidFill>
                <a:latin typeface="Agency FB" panose="020B0503020202020204" pitchFamily="34" charset="0"/>
              </a:rPr>
              <a:t>iagram</a:t>
            </a:r>
            <a:endParaRPr lang="en-US" sz="6000" dirty="0">
              <a:solidFill>
                <a:srgbClr val="FFFFFF"/>
              </a:solidFill>
              <a:latin typeface="Agency FB" panose="020B0503020202020204" pitchFamily="34" charset="0"/>
            </a:endParaRPr>
          </a:p>
        </p:txBody>
      </p:sp>
      <p:sp>
        <p:nvSpPr>
          <p:cNvPr id="44" name="Rectangle: Rounded Corners 43">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rtalom helye 11">
            <a:extLst>
              <a:ext uri="{FF2B5EF4-FFF2-40B4-BE49-F238E27FC236}">
                <a16:creationId xmlns:a16="http://schemas.microsoft.com/office/drawing/2014/main" id="{52841FBD-BA92-F1D1-81E1-0F5F6AA84DFB}"/>
              </a:ext>
            </a:extLst>
          </p:cNvPr>
          <p:cNvGraphicFramePr>
            <a:graphicFrameLocks noGrp="1"/>
          </p:cNvGraphicFramePr>
          <p:nvPr>
            <p:ph idx="1"/>
            <p:extLst>
              <p:ext uri="{D42A27DB-BD31-4B8C-83A1-F6EECF244321}">
                <p14:modId xmlns:p14="http://schemas.microsoft.com/office/powerpoint/2010/main" val="4255452369"/>
              </p:ext>
            </p:extLst>
          </p:nvPr>
        </p:nvGraphicFramePr>
        <p:xfrm>
          <a:off x="838200" y="1800911"/>
          <a:ext cx="10515600" cy="43513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26083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6E0E22-3AC4-87B3-2FF8-60E10674E646}"/>
            </a:ext>
          </a:extLst>
        </p:cNvPr>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mputer network diagram with many different colored squares&#10;&#10;AI-generated content may be incorrect.">
            <a:extLst>
              <a:ext uri="{FF2B5EF4-FFF2-40B4-BE49-F238E27FC236}">
                <a16:creationId xmlns:a16="http://schemas.microsoft.com/office/drawing/2014/main" id="{571F6F19-693E-11D8-7487-DCE8C563E78C}"/>
              </a:ext>
            </a:extLst>
          </p:cNvPr>
          <p:cNvPicPr>
            <a:picLocks noChangeAspect="1"/>
          </p:cNvPicPr>
          <p:nvPr/>
        </p:nvPicPr>
        <p:blipFill>
          <a:blip r:embed="rId2">
            <a:alphaModFix amt="60000"/>
            <a:extLst>
              <a:ext uri="{28A0092B-C50C-407E-A947-70E740481C1C}">
                <a14:useLocalDpi xmlns:a14="http://schemas.microsoft.com/office/drawing/2010/main" val="0"/>
              </a:ext>
            </a:extLst>
          </a:blip>
          <a:srcRect t="13015" b="2411"/>
          <a:stretch>
            <a:fillRect/>
          </a:stretch>
        </p:blipFill>
        <p:spPr>
          <a:xfrm>
            <a:off x="180975" y="182880"/>
            <a:ext cx="11823637" cy="6499784"/>
          </a:xfrm>
          <a:prstGeom prst="rect">
            <a:avLst/>
          </a:prstGeom>
        </p:spPr>
      </p:pic>
      <p:sp>
        <p:nvSpPr>
          <p:cNvPr id="2" name="Title 1">
            <a:extLst>
              <a:ext uri="{FF2B5EF4-FFF2-40B4-BE49-F238E27FC236}">
                <a16:creationId xmlns:a16="http://schemas.microsoft.com/office/drawing/2014/main" id="{CF76C238-80E1-EA88-A81A-E41DFBBC6A74}"/>
              </a:ext>
            </a:extLst>
          </p:cNvPr>
          <p:cNvSpPr>
            <a:spLocks noGrp="1"/>
          </p:cNvSpPr>
          <p:nvPr>
            <p:ph type="title"/>
          </p:nvPr>
        </p:nvSpPr>
        <p:spPr>
          <a:xfrm>
            <a:off x="838200" y="525195"/>
            <a:ext cx="10165218" cy="1947841"/>
          </a:xfrm>
        </p:spPr>
        <p:txBody>
          <a:bodyPr anchor="b">
            <a:normAutofit/>
          </a:bodyPr>
          <a:lstStyle/>
          <a:p>
            <a:pPr algn="ctr"/>
            <a:r>
              <a:rPr lang="en-US" sz="6000" dirty="0">
                <a:solidFill>
                  <a:srgbClr val="FFFFFF"/>
                </a:solidFill>
                <a:highlight>
                  <a:srgbClr val="000000"/>
                </a:highlight>
                <a:latin typeface="Agency FB" panose="020B0503020202020204" pitchFamily="34" charset="0"/>
              </a:rPr>
              <a:t>Summary</a:t>
            </a:r>
          </a:p>
        </p:txBody>
      </p:sp>
      <p:graphicFrame>
        <p:nvGraphicFramePr>
          <p:cNvPr id="61" name="Rectangle 1">
            <a:extLst>
              <a:ext uri="{FF2B5EF4-FFF2-40B4-BE49-F238E27FC236}">
                <a16:creationId xmlns:a16="http://schemas.microsoft.com/office/drawing/2014/main" id="{4A845382-0252-6F60-C2FC-4E12204CB1C7}"/>
              </a:ext>
            </a:extLst>
          </p:cNvPr>
          <p:cNvGraphicFramePr>
            <a:graphicFrameLocks noGrp="1"/>
          </p:cNvGraphicFramePr>
          <p:nvPr>
            <p:ph idx="1"/>
            <p:extLst>
              <p:ext uri="{D42A27DB-BD31-4B8C-83A1-F6EECF244321}">
                <p14:modId xmlns:p14="http://schemas.microsoft.com/office/powerpoint/2010/main" val="3736278449"/>
              </p:ext>
            </p:extLst>
          </p:nvPr>
        </p:nvGraphicFramePr>
        <p:xfrm>
          <a:off x="838200" y="3526300"/>
          <a:ext cx="10165218" cy="25884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36888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89ED1AA-8684-4D37-B208-8777E1A77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Graphic 33">
            <a:extLst>
              <a:ext uri="{FF2B5EF4-FFF2-40B4-BE49-F238E27FC236}">
                <a16:creationId xmlns:a16="http://schemas.microsoft.com/office/drawing/2014/main" id="{4180E01B-B1F4-437C-807D-1C930718E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0784"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2"/>
          </a:solidFill>
          <a:ln w="9525" cap="flat">
            <a:no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11B1A8F4-8645-3C7A-9B13-E121A2FEFCD1}"/>
              </a:ext>
            </a:extLst>
          </p:cNvPr>
          <p:cNvSpPr>
            <a:spLocks noGrp="1"/>
          </p:cNvSpPr>
          <p:nvPr>
            <p:ph type="subTitle" idx="1"/>
          </p:nvPr>
        </p:nvSpPr>
        <p:spPr>
          <a:xfrm>
            <a:off x="2629381" y="3569185"/>
            <a:ext cx="6930189" cy="938463"/>
          </a:xfrm>
        </p:spPr>
        <p:txBody>
          <a:bodyPr>
            <a:normAutofit/>
          </a:bodyPr>
          <a:lstStyle/>
          <a:p>
            <a:r>
              <a:rPr lang="en-US" dirty="0">
                <a:solidFill>
                  <a:srgbClr val="FFFFFF"/>
                </a:solidFill>
                <a:sym typeface="Wingdings" panose="05000000000000000000" pitchFamily="2" charset="2"/>
              </a:rPr>
              <a:t> </a:t>
            </a:r>
            <a:endParaRPr lang="en-US" dirty="0">
              <a:solidFill>
                <a:srgbClr val="FFFFFF"/>
              </a:solidFill>
            </a:endParaRPr>
          </a:p>
        </p:txBody>
      </p:sp>
      <p:sp>
        <p:nvSpPr>
          <p:cNvPr id="23" name="sketch line">
            <a:extLst>
              <a:ext uri="{FF2B5EF4-FFF2-40B4-BE49-F238E27FC236}">
                <a16:creationId xmlns:a16="http://schemas.microsoft.com/office/drawing/2014/main" id="{41F77738-2AF0-4750-A0C7-F97C2C175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B72AA65-C0AB-55A1-1C96-4A38D336E5C3}"/>
              </a:ext>
            </a:extLst>
          </p:cNvPr>
          <p:cNvSpPr/>
          <p:nvPr/>
        </p:nvSpPr>
        <p:spPr>
          <a:xfrm>
            <a:off x="1573854" y="2505670"/>
            <a:ext cx="9041258" cy="923330"/>
          </a:xfrm>
          <a:prstGeom prst="rect">
            <a:avLst/>
          </a:prstGeom>
          <a:noFill/>
        </p:spPr>
        <p:txBody>
          <a:bodyPr wrap="none" lIns="91440" tIns="45720" rIns="91440" bIns="45720">
            <a:spAutoFit/>
          </a:bodyPr>
          <a:lstStyle/>
          <a:p>
            <a:pPr algn="ctr"/>
            <a:r>
              <a:rPr lang="en-US" sz="5400" b="0" cap="none" spc="0" dirty="0">
                <a:ln w="0"/>
                <a:effectLst>
                  <a:reflection blurRad="6350" stA="53000" endA="300" endPos="35500" dir="5400000" sy="-90000" algn="bl" rotWithShape="0"/>
                </a:effectLst>
                <a:latin typeface="Algerian" panose="04020705040A02060702" pitchFamily="82" charset="0"/>
              </a:rPr>
              <a:t>Thank you for listening!</a:t>
            </a:r>
            <a:endParaRPr lang="en-US" sz="5400" b="0" cap="none" spc="0" dirty="0">
              <a:ln w="0"/>
              <a:effectLst>
                <a:reflection blurRad="6350" stA="53000" endA="300" endPos="35500" dir="5400000" sy="-90000" algn="bl" rotWithShape="0"/>
              </a:effectLst>
            </a:endParaRPr>
          </a:p>
        </p:txBody>
      </p:sp>
    </p:spTree>
    <p:extLst>
      <p:ext uri="{BB962C8B-B14F-4D97-AF65-F5344CB8AC3E}">
        <p14:creationId xmlns:p14="http://schemas.microsoft.com/office/powerpoint/2010/main" val="449692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um" ma:contentTypeID="0x0101006BFBCA8FB8D4D24FB8AD7F76B6F91B2F" ma:contentTypeVersion="15" ma:contentTypeDescription="Új dokumentum létrehozása." ma:contentTypeScope="" ma:versionID="78040f15a0a4d741a46ab2879b410487">
  <xsd:schema xmlns:xsd="http://www.w3.org/2001/XMLSchema" xmlns:xs="http://www.w3.org/2001/XMLSchema" xmlns:p="http://schemas.microsoft.com/office/2006/metadata/properties" xmlns:ns3="e514f17d-86bb-40e8-9bc3-2d5486de0b0d" xmlns:ns4="4298f91c-8d36-42a2-b345-2c6f9f9d3782" targetNamespace="http://schemas.microsoft.com/office/2006/metadata/properties" ma:root="true" ma:fieldsID="779593d9b75da8fc10c25fb2d89f7945" ns3:_="" ns4:_="">
    <xsd:import namespace="e514f17d-86bb-40e8-9bc3-2d5486de0b0d"/>
    <xsd:import namespace="4298f91c-8d36-42a2-b345-2c6f9f9d378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_activity" minOccurs="0"/>
                <xsd:element ref="ns3:MediaServiceOCR" minOccurs="0"/>
                <xsd:element ref="ns3:MediaServiceObjectDetectorVersions" minOccurs="0"/>
                <xsd:element ref="ns3:MediaServiceSystemTags" minOccurs="0"/>
                <xsd:element ref="ns3:MediaServiceSearchProperties"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14f17d-86bb-40e8-9bc3-2d5486de0b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298f91c-8d36-42a2-b345-2c6f9f9d3782" elementFormDefault="qualified">
    <xsd:import namespace="http://schemas.microsoft.com/office/2006/documentManagement/types"/>
    <xsd:import namespace="http://schemas.microsoft.com/office/infopath/2007/PartnerControls"/>
    <xsd:element name="SharedWithUsers" ma:index="10" nillable="true" ma:displayName="Résztvevők"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Megosztva részletekkel" ma:internalName="SharedWithDetails" ma:readOnly="true">
      <xsd:simpleType>
        <xsd:restriction base="dms:Note">
          <xsd:maxLength value="255"/>
        </xsd:restriction>
      </xsd:simpleType>
    </xsd:element>
    <xsd:element name="SharingHintHash" ma:index="12" nillable="true" ma:displayName="Megosztási tipp kivonata"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artalomtípus"/>
        <xsd:element ref="dc:title" minOccurs="0" maxOccurs="1" ma:index="4" ma:displayName="Cím"/>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514f17d-86bb-40e8-9bc3-2d5486de0b0d" xsi:nil="true"/>
  </documentManagement>
</p:properties>
</file>

<file path=customXml/itemProps1.xml><?xml version="1.0" encoding="utf-8"?>
<ds:datastoreItem xmlns:ds="http://schemas.openxmlformats.org/officeDocument/2006/customXml" ds:itemID="{912A0A4D-E01E-4AD7-A311-68ED2078607B}">
  <ds:schemaRefs>
    <ds:schemaRef ds:uri="http://schemas.microsoft.com/sharepoint/v3/contenttype/forms"/>
  </ds:schemaRefs>
</ds:datastoreItem>
</file>

<file path=customXml/itemProps2.xml><?xml version="1.0" encoding="utf-8"?>
<ds:datastoreItem xmlns:ds="http://schemas.openxmlformats.org/officeDocument/2006/customXml" ds:itemID="{16299583-A125-4394-921E-CEF4E02750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14f17d-86bb-40e8-9bc3-2d5486de0b0d"/>
    <ds:schemaRef ds:uri="4298f91c-8d36-42a2-b345-2c6f9f9d37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9CF7236-2BDC-4B04-8313-04490D26F10A}">
  <ds:schemaRefs>
    <ds:schemaRef ds:uri="http://schemas.microsoft.com/office/2006/documentManagement/types"/>
    <ds:schemaRef ds:uri="4298f91c-8d36-42a2-b345-2c6f9f9d3782"/>
    <ds:schemaRef ds:uri="http://schemas.microsoft.com/office/2006/metadata/properties"/>
    <ds:schemaRef ds:uri="http://purl.org/dc/dcmitype/"/>
    <ds:schemaRef ds:uri="http://purl.org/dc/elements/1.1/"/>
    <ds:schemaRef ds:uri="http://purl.org/dc/terms/"/>
    <ds:schemaRef ds:uri="e514f17d-86bb-40e8-9bc3-2d5486de0b0d"/>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262</TotalTime>
  <Words>903</Words>
  <Application>Microsoft Office PowerPoint</Application>
  <PresentationFormat>Szélesvásznú</PresentationFormat>
  <Paragraphs>99</Paragraphs>
  <Slides>14</Slides>
  <Notes>11</Notes>
  <HiddenSlides>0</HiddenSlides>
  <MMClips>0</MMClips>
  <ScaleCrop>false</ScaleCrop>
  <HeadingPairs>
    <vt:vector size="6" baseType="variant">
      <vt:variant>
        <vt:lpstr>Használt betűtípusok</vt:lpstr>
      </vt:variant>
      <vt:variant>
        <vt:i4>8</vt:i4>
      </vt:variant>
      <vt:variant>
        <vt:lpstr>Téma</vt:lpstr>
      </vt:variant>
      <vt:variant>
        <vt:i4>1</vt:i4>
      </vt:variant>
      <vt:variant>
        <vt:lpstr>Diacímek</vt:lpstr>
      </vt:variant>
      <vt:variant>
        <vt:i4>14</vt:i4>
      </vt:variant>
    </vt:vector>
  </HeadingPairs>
  <TitlesOfParts>
    <vt:vector size="23" baseType="lpstr">
      <vt:lpstr>Agency FB</vt:lpstr>
      <vt:lpstr>Algerian</vt:lpstr>
      <vt:lpstr>Aptos</vt:lpstr>
      <vt:lpstr>Aptos Display</vt:lpstr>
      <vt:lpstr>Arial</vt:lpstr>
      <vt:lpstr>Brush Script MT</vt:lpstr>
      <vt:lpstr>Calibri</vt:lpstr>
      <vt:lpstr>Wingdings</vt:lpstr>
      <vt:lpstr>Office Theme</vt:lpstr>
      <vt:lpstr>Stake Casino</vt:lpstr>
      <vt:lpstr>Stake Network Presentation</vt:lpstr>
      <vt:lpstr>The Stake team</vt:lpstr>
      <vt:lpstr>Overview</vt:lpstr>
      <vt:lpstr>Budapest    </vt:lpstr>
      <vt:lpstr>Sopron</vt:lpstr>
      <vt:lpstr>Pécs</vt:lpstr>
      <vt:lpstr>Szekszárd</vt:lpstr>
      <vt:lpstr>Jira documentation</vt:lpstr>
      <vt:lpstr>_Git_</vt:lpstr>
      <vt:lpstr>Testing</vt:lpstr>
      <vt:lpstr>Diagram</vt:lpstr>
      <vt:lpstr>Summary</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Müller János</dc:creator>
  <cp:lastModifiedBy>Opsrac Balii</cp:lastModifiedBy>
  <cp:revision>15</cp:revision>
  <dcterms:created xsi:type="dcterms:W3CDTF">2025-10-09T10:44:59Z</dcterms:created>
  <dcterms:modified xsi:type="dcterms:W3CDTF">2026-02-10T08:52:32Z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0x0101006BFBCA8FB8D4D24FB8AD7F76B6F91B2F</vt:lpwstr>
  </property>
</Properties>
</file>