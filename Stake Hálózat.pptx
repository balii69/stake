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9"/>
  </p:notesMasterIdLst>
  <p:sldIdLst>
    <p:sldId id="256" r:id="rId5"/>
    <p:sldId id="273" r:id="rId6"/>
    <p:sldId id="271" r:id="rId7"/>
    <p:sldId id="257" r:id="rId8"/>
    <p:sldId id="259" r:id="rId9"/>
    <p:sldId id="260" r:id="rId10"/>
    <p:sldId id="261" r:id="rId11"/>
    <p:sldId id="276" r:id="rId12"/>
    <p:sldId id="263" r:id="rId13"/>
    <p:sldId id="274" r:id="rId14"/>
    <p:sldId id="275" r:id="rId15"/>
    <p:sldId id="266" r:id="rId16"/>
    <p:sldId id="264" r:id="rId17"/>
    <p:sldId id="265"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61307" autoAdjust="0"/>
  </p:normalViewPr>
  <p:slideViewPr>
    <p:cSldViewPr snapToGrid="0">
      <p:cViewPr varScale="1">
        <p:scale>
          <a:sx n="50" d="100"/>
          <a:sy n="50" d="100"/>
        </p:scale>
        <p:origin x="1934" y="2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hu-HU"/>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r>
              <a:rPr lang="en-US" err="1"/>
              <a:t>Projektel</a:t>
            </a:r>
            <a:r>
              <a:rPr lang="en-US" baseline="0"/>
              <a:t> </a:t>
            </a:r>
            <a:r>
              <a:rPr lang="en-US" baseline="0" err="1"/>
              <a:t>töltött</a:t>
            </a:r>
            <a:r>
              <a:rPr lang="en-US" baseline="0"/>
              <a:t> </a:t>
            </a:r>
            <a:r>
              <a:rPr lang="en-US" baseline="0" err="1"/>
              <a:t>idő</a:t>
            </a:r>
            <a:endParaRPr lang="en-US"/>
          </a:p>
        </c:rich>
      </c:tx>
      <c:layout>
        <c:manualLayout>
          <c:xMode val="edge"/>
          <c:yMode val="edge"/>
          <c:x val="0.3036926090760394"/>
          <c:y val="2.0430497469973604E-2"/>
        </c:manualLayout>
      </c:layout>
      <c:overlay val="0"/>
      <c:spPr>
        <a:noFill/>
        <a:ln>
          <a:noFill/>
        </a:ln>
        <a:effectLst/>
      </c:spPr>
      <c:txPr>
        <a:bodyPr rot="0" spcFirstLastPara="1" vertOverflow="ellipsis" vert="horz" wrap="square" anchor="ctr" anchorCtr="1"/>
        <a:lstStyle/>
        <a:p>
          <a:pPr>
            <a:defRPr sz="2200" b="1" i="0" u="none" strike="noStrike" kern="1200" baseline="0">
              <a:solidFill>
                <a:schemeClr val="dk1">
                  <a:lumMod val="75000"/>
                  <a:lumOff val="25000"/>
                </a:schemeClr>
              </a:solidFill>
              <a:latin typeface="+mn-lt"/>
              <a:ea typeface="+mn-ea"/>
              <a:cs typeface="+mn-cs"/>
            </a:defRPr>
          </a:pPr>
          <a:endParaRPr lang="hu-HU"/>
        </a:p>
      </c:txPr>
    </c:title>
    <c:autoTitleDeleted val="0"/>
    <c:plotArea>
      <c:layout/>
      <c:pieChart>
        <c:varyColors val="1"/>
        <c:ser>
          <c:idx val="0"/>
          <c:order val="0"/>
          <c:tx>
            <c:strRef>
              <c:f>Munka1!$B$1</c:f>
              <c:strCache>
                <c:ptCount val="1"/>
                <c:pt idx="0">
                  <c:v>Ki mennyi időt töltött el a projekttel?</c:v>
                </c:pt>
              </c:strCache>
            </c:strRef>
          </c:tx>
          <c:explosion val="2"/>
          <c:dPt>
            <c:idx val="0"/>
            <c:bubble3D val="0"/>
            <c:spPr>
              <a:solidFill>
                <a:schemeClr val="accent1"/>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1-C2FE-4906-81E4-DB8D9D7DC450}"/>
              </c:ext>
            </c:extLst>
          </c:dPt>
          <c:dPt>
            <c:idx val="1"/>
            <c:bubble3D val="0"/>
            <c:spPr>
              <a:solidFill>
                <a:schemeClr val="accent2"/>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3-C2FE-4906-81E4-DB8D9D7DC450}"/>
              </c:ext>
            </c:extLst>
          </c:dPt>
          <c:dPt>
            <c:idx val="2"/>
            <c:bubble3D val="0"/>
            <c:spPr>
              <a:solidFill>
                <a:schemeClr val="accent3"/>
              </a:solidFill>
              <a:ln>
                <a:noFill/>
              </a:ln>
              <a:effectLst>
                <a:outerShdw blurRad="254000" sx="102000" sy="102000" algn="ctr" rotWithShape="0">
                  <a:prstClr val="black">
                    <a:alpha val="20000"/>
                  </a:prstClr>
                </a:outerShdw>
              </a:effectLst>
            </c:spPr>
            <c:extLst>
              <c:ext xmlns:c16="http://schemas.microsoft.com/office/drawing/2014/chart" uri="{C3380CC4-5D6E-409C-BE32-E72D297353CC}">
                <c16:uniqueId val="{00000005-C2FE-4906-81E4-DB8D9D7DC450}"/>
              </c:ext>
            </c:extLst>
          </c:dPt>
          <c:dLbls>
            <c:spPr>
              <a:pattFill prst="pct75">
                <a:fgClr>
                  <a:schemeClr val="dk1">
                    <a:lumMod val="75000"/>
                    <a:lumOff val="25000"/>
                  </a:schemeClr>
                </a:fgClr>
                <a:bgClr>
                  <a:schemeClr val="dk1">
                    <a:lumMod val="65000"/>
                    <a:lumOff val="35000"/>
                  </a:schemeClr>
                </a:bgClr>
              </a:pattFill>
              <a:ln>
                <a:noFill/>
              </a:ln>
              <a:effectLst>
                <a:outerShdw blurRad="50800" dist="38100" dir="2700000" algn="tl" rotWithShape="0">
                  <a:prstClr val="black">
                    <a:alpha val="40000"/>
                  </a:prstClr>
                </a:outerShdw>
              </a:effectLst>
            </c:spPr>
            <c:txPr>
              <a:bodyPr rot="0" spcFirstLastPara="1" vertOverflow="ellipsis" vert="horz" wrap="square" lIns="38100" tIns="19050" rIns="38100" bIns="19050" anchor="ctr" anchorCtr="1">
                <a:spAutoFit/>
              </a:bodyPr>
              <a:lstStyle/>
              <a:p>
                <a:pPr>
                  <a:defRPr sz="1330" b="1" i="0" u="none" strike="noStrike" kern="1200" baseline="0">
                    <a:solidFill>
                      <a:schemeClr val="lt1"/>
                    </a:solidFill>
                    <a:latin typeface="+mn-lt"/>
                    <a:ea typeface="+mn-ea"/>
                    <a:cs typeface="+mn-cs"/>
                  </a:defRPr>
                </a:pPr>
                <a:endParaRPr lang="hu-HU"/>
              </a:p>
            </c:txPr>
            <c:dLblPos val="ctr"/>
            <c:showLegendKey val="0"/>
            <c:showVal val="0"/>
            <c:showCatName val="0"/>
            <c:showSerName val="0"/>
            <c:showPercent val="1"/>
            <c:showBubbleSize val="0"/>
            <c:showLeaderLines val="1"/>
            <c:leaderLines>
              <c:spPr>
                <a:ln w="9525">
                  <a:solidFill>
                    <a:schemeClr val="dk1">
                      <a:lumMod val="50000"/>
                      <a:lumOff val="50000"/>
                    </a:schemeClr>
                  </a:solidFill>
                </a:ln>
                <a:effectLst/>
              </c:spPr>
            </c:leaderLines>
            <c:extLst>
              <c:ext xmlns:c15="http://schemas.microsoft.com/office/drawing/2012/chart" uri="{CE6537A1-D6FC-4f65-9D91-7224C49458BB}"/>
            </c:extLst>
          </c:dLbls>
          <c:cat>
            <c:strRef>
              <c:f>Munka1!$A$2:$A$4</c:f>
              <c:strCache>
                <c:ptCount val="3"/>
                <c:pt idx="0">
                  <c:v>Jani</c:v>
                </c:pt>
                <c:pt idx="1">
                  <c:v>Kristóf</c:v>
                </c:pt>
                <c:pt idx="2">
                  <c:v>Balázs</c:v>
                </c:pt>
              </c:strCache>
            </c:strRef>
          </c:cat>
          <c:val>
            <c:numRef>
              <c:f>Munka1!$B$2:$B$4</c:f>
              <c:numCache>
                <c:formatCode>d\-mmm</c:formatCode>
                <c:ptCount val="3"/>
                <c:pt idx="0" formatCode="General">
                  <c:v>3</c:v>
                </c:pt>
                <c:pt idx="1">
                  <c:v>3</c:v>
                </c:pt>
                <c:pt idx="2">
                  <c:v>4</c:v>
                </c:pt>
              </c:numCache>
            </c:numRef>
          </c:val>
          <c:extLst>
            <c:ext xmlns:c16="http://schemas.microsoft.com/office/drawing/2014/chart" uri="{C3380CC4-5D6E-409C-BE32-E72D297353CC}">
              <c16:uniqueId val="{00000000-406A-44D6-AA08-60570220C34C}"/>
            </c:ext>
          </c:extLst>
        </c:ser>
        <c:dLbls>
          <c:dLblPos val="ctr"/>
          <c:showLegendKey val="0"/>
          <c:showVal val="0"/>
          <c:showCatName val="0"/>
          <c:showSerName val="0"/>
          <c:showPercent val="1"/>
          <c:showBubbleSize val="0"/>
          <c:showLeaderLines val="1"/>
        </c:dLbls>
        <c:firstSliceAng val="0"/>
      </c:pieChart>
      <c:spPr>
        <a:noFill/>
        <a:ln>
          <a:noFill/>
        </a:ln>
        <a:effectLst/>
      </c:spPr>
    </c:plotArea>
    <c:legend>
      <c:legendPos val="r"/>
      <c:layout>
        <c:manualLayout>
          <c:xMode val="edge"/>
          <c:yMode val="edge"/>
          <c:x val="2.0844269466316337E-3"/>
          <c:y val="0.1796256691619911"/>
          <c:w val="0.16095905131423785"/>
          <c:h val="0.67243064087414028"/>
        </c:manualLayout>
      </c:layout>
      <c:overlay val="0"/>
      <c:spPr>
        <a:solidFill>
          <a:schemeClr val="lt1">
            <a:lumMod val="95000"/>
            <a:alpha val="39000"/>
          </a:schemeClr>
        </a:solidFill>
        <a:ln>
          <a:noFill/>
        </a:ln>
        <a:effectLst/>
      </c:spPr>
      <c:txPr>
        <a:bodyPr rot="0" spcFirstLastPara="1" vertOverflow="ellipsis" vert="horz" wrap="square" anchor="ctr" anchorCtr="1"/>
        <a:lstStyle/>
        <a:p>
          <a:pPr>
            <a:defRPr sz="3000" b="0" i="0" u="none" strike="noStrike" kern="1200" baseline="0">
              <a:solidFill>
                <a:schemeClr val="dk1">
                  <a:lumMod val="75000"/>
                  <a:lumOff val="25000"/>
                </a:schemeClr>
              </a:solidFill>
              <a:latin typeface="+mn-lt"/>
              <a:ea typeface="+mn-ea"/>
              <a:cs typeface="+mn-cs"/>
            </a:defRPr>
          </a:pPr>
          <a:endParaRPr lang="hu-HU"/>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a:effectLst/>
  </c:spPr>
  <c:txPr>
    <a:bodyPr/>
    <a:lstStyle/>
    <a:p>
      <a:pPr>
        <a:defRPr/>
      </a:pPr>
      <a:endParaRPr lang="hu-HU"/>
    </a:p>
  </c:txPr>
  <c:externalData r:id="rId3">
    <c:autoUpdate val="0"/>
  </c:externalData>
</c:chartSpace>
</file>

<file path=ppt/charts/colors1.xml><?xml version="1.0" encoding="utf-8"?>
<cs:colorStyle xmlns:cs="http://schemas.microsoft.com/office/drawing/2012/chartStyle" xmlns:a="http://schemas.openxmlformats.org/drawingml/2006/main" meth="acrossLinear" id="2">
  <a:schemeClr val="accent1"/>
  <a:schemeClr val="accent2"/>
  <a:schemeClr val="accent3"/>
  <a:schemeClr val="accent4"/>
  <a:schemeClr val="accent5"/>
  <a:schemeClr val="accent6"/>
</cs:colorStyle>
</file>

<file path=ppt/charts/style1.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1197"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1197"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tileRect/>
      </a:gradFill>
      <a:ln w="9525" cap="flat" cmpd="sng" algn="ctr">
        <a:solidFill>
          <a:schemeClr val="dk1">
            <a:lumMod val="25000"/>
            <a:lumOff val="75000"/>
          </a:schemeClr>
        </a:solidFill>
        <a:round/>
      </a:ln>
    </cs:spPr>
    <cs:defRPr sz="1197"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33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1197"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1197"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1197"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22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1197"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1197" kern="1200"/>
  </cs:valueAxis>
  <cs:wall>
    <cs:lnRef idx="0"/>
    <cs:fillRef idx="0"/>
    <cs:effectRef idx="0"/>
    <cs:fontRef idx="minor">
      <a:schemeClr val="dk1"/>
    </cs:fontRef>
  </cs:wall>
</cs:chartStyle>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269F0E-289D-432E-B117-202A7B74DDF4}" type="doc">
      <dgm:prSet loTypeId="urn:microsoft.com/office/officeart/2005/8/layout/vProcess5" loCatId="process" qsTypeId="urn:microsoft.com/office/officeart/2005/8/quickstyle/simple5" qsCatId="simple" csTypeId="urn:microsoft.com/office/officeart/2005/8/colors/accent2_2" csCatId="accent2" phldr="1"/>
      <dgm:spPr/>
      <dgm:t>
        <a:bodyPr/>
        <a:lstStyle/>
        <a:p>
          <a:endParaRPr lang="en-US"/>
        </a:p>
      </dgm:t>
    </dgm:pt>
    <dgm:pt modelId="{CC8AAF34-AE2B-48DB-981A-9D76EAECD76F}">
      <dgm:prSet/>
      <dgm:spPr/>
      <dgm:t>
        <a:bodyPr/>
        <a:lstStyle/>
        <a:p>
          <a:r>
            <a:rPr lang="en-US"/>
            <a:t>Stake Kaszinó hálózat</a:t>
          </a:r>
        </a:p>
      </dgm:t>
    </dgm:pt>
    <dgm:pt modelId="{EEF75074-BB6F-4145-A4B4-72B1DE78816A}" type="parTrans" cxnId="{84AD6F3E-36CC-4F4B-AC8E-A0BA804F3440}">
      <dgm:prSet/>
      <dgm:spPr/>
      <dgm:t>
        <a:bodyPr/>
        <a:lstStyle/>
        <a:p>
          <a:endParaRPr lang="en-US"/>
        </a:p>
      </dgm:t>
    </dgm:pt>
    <dgm:pt modelId="{DABD7DD3-3CAD-4205-951C-FFFE3A3DC756}" type="sibTrans" cxnId="{84AD6F3E-36CC-4F4B-AC8E-A0BA804F3440}">
      <dgm:prSet/>
      <dgm:spPr/>
      <dgm:t>
        <a:bodyPr/>
        <a:lstStyle/>
        <a:p>
          <a:endParaRPr lang="en-US"/>
        </a:p>
      </dgm:t>
    </dgm:pt>
    <dgm:pt modelId="{6443C792-271C-413B-A188-CDDDA083DA06}">
      <dgm:prSet/>
      <dgm:spPr/>
      <dgm:t>
        <a:bodyPr/>
        <a:lstStyle/>
        <a:p>
          <a:r>
            <a:rPr lang="en-US"/>
            <a:t>4 város</a:t>
          </a:r>
        </a:p>
      </dgm:t>
    </dgm:pt>
    <dgm:pt modelId="{49F58C4B-C70F-4107-8E17-8A720AD96802}" type="parTrans" cxnId="{D1949D53-80F2-4D61-B532-0EB9D556F3AE}">
      <dgm:prSet/>
      <dgm:spPr/>
      <dgm:t>
        <a:bodyPr/>
        <a:lstStyle/>
        <a:p>
          <a:endParaRPr lang="en-US"/>
        </a:p>
      </dgm:t>
    </dgm:pt>
    <dgm:pt modelId="{51D3D0BA-B3B8-4B94-B16F-C6BBBB37273A}" type="sibTrans" cxnId="{D1949D53-80F2-4D61-B532-0EB9D556F3AE}">
      <dgm:prSet/>
      <dgm:spPr/>
      <dgm:t>
        <a:bodyPr/>
        <a:lstStyle/>
        <a:p>
          <a:endParaRPr lang="en-US"/>
        </a:p>
      </dgm:t>
    </dgm:pt>
    <dgm:pt modelId="{D4DEA857-1E36-4D03-81C9-A9359D535928}">
      <dgm:prSet/>
      <dgm:spPr/>
      <dgm:t>
        <a:bodyPr/>
        <a:lstStyle/>
        <a:p>
          <a:r>
            <a:rPr lang="en-US"/>
            <a:t>Központilag menedzselt</a:t>
          </a:r>
        </a:p>
      </dgm:t>
    </dgm:pt>
    <dgm:pt modelId="{126450DB-39F1-4EC0-BB3C-34F196629DA5}" type="parTrans" cxnId="{53841012-256F-4723-BC38-D98F00B4A022}">
      <dgm:prSet/>
      <dgm:spPr/>
      <dgm:t>
        <a:bodyPr/>
        <a:lstStyle/>
        <a:p>
          <a:endParaRPr lang="en-US"/>
        </a:p>
      </dgm:t>
    </dgm:pt>
    <dgm:pt modelId="{204D4E84-06DD-4782-AF08-9793FF9CC133}" type="sibTrans" cxnId="{53841012-256F-4723-BC38-D98F00B4A022}">
      <dgm:prSet/>
      <dgm:spPr/>
      <dgm:t>
        <a:bodyPr/>
        <a:lstStyle/>
        <a:p>
          <a:endParaRPr lang="en-US"/>
        </a:p>
      </dgm:t>
    </dgm:pt>
    <dgm:pt modelId="{20D22758-7B51-49CD-BF35-0FC79CD823E9}">
      <dgm:prSet/>
      <dgm:spPr/>
      <dgm:t>
        <a:bodyPr/>
        <a:lstStyle/>
        <a:p>
          <a:r>
            <a:rPr lang="en-US" b="1" dirty="0"/>
            <a:t>Budapest</a:t>
          </a:r>
          <a:r>
            <a:rPr lang="en-US" dirty="0"/>
            <a:t>, </a:t>
          </a:r>
          <a:r>
            <a:rPr lang="en-US" b="1" dirty="0"/>
            <a:t>Sopron</a:t>
          </a:r>
          <a:r>
            <a:rPr lang="en-US" dirty="0"/>
            <a:t>, </a:t>
          </a:r>
          <a:r>
            <a:rPr lang="en-US" b="1" dirty="0"/>
            <a:t>Pécs</a:t>
          </a:r>
          <a:r>
            <a:rPr lang="en-US" dirty="0"/>
            <a:t>, </a:t>
          </a:r>
          <a:r>
            <a:rPr lang="en-US" b="1" dirty="0" err="1">
              <a:solidFill>
                <a:srgbClr val="FF0000"/>
              </a:solidFill>
            </a:rPr>
            <a:t>Szekszárd</a:t>
          </a:r>
          <a:br>
            <a:rPr lang="en-US" dirty="0">
              <a:solidFill>
                <a:srgbClr val="FF0000"/>
              </a:solidFill>
            </a:rPr>
          </a:br>
          <a:endParaRPr lang="en-US" dirty="0">
            <a:solidFill>
              <a:srgbClr val="FF0000"/>
            </a:solidFill>
          </a:endParaRPr>
        </a:p>
      </dgm:t>
    </dgm:pt>
    <dgm:pt modelId="{D02FCEE8-93A1-4D13-9BE1-5283F653ACD9}" type="parTrans" cxnId="{2FE0E504-4154-4A16-8D14-38D03FFEE84C}">
      <dgm:prSet/>
      <dgm:spPr/>
      <dgm:t>
        <a:bodyPr/>
        <a:lstStyle/>
        <a:p>
          <a:endParaRPr lang="en-US"/>
        </a:p>
      </dgm:t>
    </dgm:pt>
    <dgm:pt modelId="{EAC99174-F8F8-4364-B8D7-4D7B8432E9DF}" type="sibTrans" cxnId="{2FE0E504-4154-4A16-8D14-38D03FFEE84C}">
      <dgm:prSet/>
      <dgm:spPr/>
      <dgm:t>
        <a:bodyPr/>
        <a:lstStyle/>
        <a:p>
          <a:endParaRPr lang="en-US"/>
        </a:p>
      </dgm:t>
    </dgm:pt>
    <dgm:pt modelId="{799EC2FF-1CDD-4E74-891C-65DAA33AAF59}" type="pres">
      <dgm:prSet presAssocID="{16269F0E-289D-432E-B117-202A7B74DDF4}" presName="outerComposite" presStyleCnt="0">
        <dgm:presLayoutVars>
          <dgm:chMax val="5"/>
          <dgm:dir/>
          <dgm:resizeHandles val="exact"/>
        </dgm:presLayoutVars>
      </dgm:prSet>
      <dgm:spPr/>
    </dgm:pt>
    <dgm:pt modelId="{B72B9431-1D15-48BD-83AE-D9FF0CA0BB09}" type="pres">
      <dgm:prSet presAssocID="{16269F0E-289D-432E-B117-202A7B74DDF4}" presName="dummyMaxCanvas" presStyleCnt="0">
        <dgm:presLayoutVars/>
      </dgm:prSet>
      <dgm:spPr/>
    </dgm:pt>
    <dgm:pt modelId="{641F21BF-D297-4F54-8AF3-5680C922947A}" type="pres">
      <dgm:prSet presAssocID="{16269F0E-289D-432E-B117-202A7B74DDF4}" presName="FourNodes_1" presStyleLbl="node1" presStyleIdx="0" presStyleCnt="4">
        <dgm:presLayoutVars>
          <dgm:bulletEnabled val="1"/>
        </dgm:presLayoutVars>
      </dgm:prSet>
      <dgm:spPr/>
    </dgm:pt>
    <dgm:pt modelId="{9DCF2F54-DE22-40DF-821E-ADD41530F9BA}" type="pres">
      <dgm:prSet presAssocID="{16269F0E-289D-432E-B117-202A7B74DDF4}" presName="FourNodes_2" presStyleLbl="node1" presStyleIdx="1" presStyleCnt="4">
        <dgm:presLayoutVars>
          <dgm:bulletEnabled val="1"/>
        </dgm:presLayoutVars>
      </dgm:prSet>
      <dgm:spPr/>
    </dgm:pt>
    <dgm:pt modelId="{C911C1D2-18AB-4D02-9400-99D4D6A1806A}" type="pres">
      <dgm:prSet presAssocID="{16269F0E-289D-432E-B117-202A7B74DDF4}" presName="FourNodes_3" presStyleLbl="node1" presStyleIdx="2" presStyleCnt="4">
        <dgm:presLayoutVars>
          <dgm:bulletEnabled val="1"/>
        </dgm:presLayoutVars>
      </dgm:prSet>
      <dgm:spPr/>
    </dgm:pt>
    <dgm:pt modelId="{E4B8EBD6-E1F8-4AFB-9A5F-30D1CEC02EEB}" type="pres">
      <dgm:prSet presAssocID="{16269F0E-289D-432E-B117-202A7B74DDF4}" presName="FourNodes_4" presStyleLbl="node1" presStyleIdx="3" presStyleCnt="4">
        <dgm:presLayoutVars>
          <dgm:bulletEnabled val="1"/>
        </dgm:presLayoutVars>
      </dgm:prSet>
      <dgm:spPr/>
    </dgm:pt>
    <dgm:pt modelId="{3E4B6422-F6F6-47BE-8FBF-9EBAAA9750E8}" type="pres">
      <dgm:prSet presAssocID="{16269F0E-289D-432E-B117-202A7B74DDF4}" presName="FourConn_1-2" presStyleLbl="fgAccFollowNode1" presStyleIdx="0" presStyleCnt="3">
        <dgm:presLayoutVars>
          <dgm:bulletEnabled val="1"/>
        </dgm:presLayoutVars>
      </dgm:prSet>
      <dgm:spPr/>
    </dgm:pt>
    <dgm:pt modelId="{9EF1AAC6-72A4-4881-88FF-957D3022F8E7}" type="pres">
      <dgm:prSet presAssocID="{16269F0E-289D-432E-B117-202A7B74DDF4}" presName="FourConn_2-3" presStyleLbl="fgAccFollowNode1" presStyleIdx="1" presStyleCnt="3">
        <dgm:presLayoutVars>
          <dgm:bulletEnabled val="1"/>
        </dgm:presLayoutVars>
      </dgm:prSet>
      <dgm:spPr/>
    </dgm:pt>
    <dgm:pt modelId="{D5434596-73CF-4989-AFA2-2D9AC386A1C7}" type="pres">
      <dgm:prSet presAssocID="{16269F0E-289D-432E-B117-202A7B74DDF4}" presName="FourConn_3-4" presStyleLbl="fgAccFollowNode1" presStyleIdx="2" presStyleCnt="3">
        <dgm:presLayoutVars>
          <dgm:bulletEnabled val="1"/>
        </dgm:presLayoutVars>
      </dgm:prSet>
      <dgm:spPr/>
    </dgm:pt>
    <dgm:pt modelId="{43D8C99F-C163-4B93-899B-250E0BCB05BD}" type="pres">
      <dgm:prSet presAssocID="{16269F0E-289D-432E-B117-202A7B74DDF4}" presName="FourNodes_1_text" presStyleLbl="node1" presStyleIdx="3" presStyleCnt="4">
        <dgm:presLayoutVars>
          <dgm:bulletEnabled val="1"/>
        </dgm:presLayoutVars>
      </dgm:prSet>
      <dgm:spPr/>
    </dgm:pt>
    <dgm:pt modelId="{D8A3D8C1-AFF3-425A-9FF8-60FD41F9430B}" type="pres">
      <dgm:prSet presAssocID="{16269F0E-289D-432E-B117-202A7B74DDF4}" presName="FourNodes_2_text" presStyleLbl="node1" presStyleIdx="3" presStyleCnt="4">
        <dgm:presLayoutVars>
          <dgm:bulletEnabled val="1"/>
        </dgm:presLayoutVars>
      </dgm:prSet>
      <dgm:spPr/>
    </dgm:pt>
    <dgm:pt modelId="{0D278404-6FA3-462F-AEC9-7A372B533DAF}" type="pres">
      <dgm:prSet presAssocID="{16269F0E-289D-432E-B117-202A7B74DDF4}" presName="FourNodes_3_text" presStyleLbl="node1" presStyleIdx="3" presStyleCnt="4">
        <dgm:presLayoutVars>
          <dgm:bulletEnabled val="1"/>
        </dgm:presLayoutVars>
      </dgm:prSet>
      <dgm:spPr/>
    </dgm:pt>
    <dgm:pt modelId="{78FBE486-017F-41E6-BC51-BBB41F1231C1}" type="pres">
      <dgm:prSet presAssocID="{16269F0E-289D-432E-B117-202A7B74DDF4}" presName="FourNodes_4_text" presStyleLbl="node1" presStyleIdx="3" presStyleCnt="4">
        <dgm:presLayoutVars>
          <dgm:bulletEnabled val="1"/>
        </dgm:presLayoutVars>
      </dgm:prSet>
      <dgm:spPr/>
    </dgm:pt>
  </dgm:ptLst>
  <dgm:cxnLst>
    <dgm:cxn modelId="{2FE0E504-4154-4A16-8D14-38D03FFEE84C}" srcId="{16269F0E-289D-432E-B117-202A7B74DDF4}" destId="{20D22758-7B51-49CD-BF35-0FC79CD823E9}" srcOrd="3" destOrd="0" parTransId="{D02FCEE8-93A1-4D13-9BE1-5283F653ACD9}" sibTransId="{EAC99174-F8F8-4364-B8D7-4D7B8432E9DF}"/>
    <dgm:cxn modelId="{49D4990B-05A5-44DC-9523-FC8513EADA60}" type="presOf" srcId="{DABD7DD3-3CAD-4205-951C-FFFE3A3DC756}" destId="{3E4B6422-F6F6-47BE-8FBF-9EBAAA9750E8}" srcOrd="0" destOrd="0" presId="urn:microsoft.com/office/officeart/2005/8/layout/vProcess5"/>
    <dgm:cxn modelId="{53841012-256F-4723-BC38-D98F00B4A022}" srcId="{16269F0E-289D-432E-B117-202A7B74DDF4}" destId="{D4DEA857-1E36-4D03-81C9-A9359D535928}" srcOrd="2" destOrd="0" parTransId="{126450DB-39F1-4EC0-BB3C-34F196629DA5}" sibTransId="{204D4E84-06DD-4782-AF08-9793FF9CC133}"/>
    <dgm:cxn modelId="{ED7F821A-E194-451C-ADEA-A700513E1056}" type="presOf" srcId="{16269F0E-289D-432E-B117-202A7B74DDF4}" destId="{799EC2FF-1CDD-4E74-891C-65DAA33AAF59}" srcOrd="0" destOrd="0" presId="urn:microsoft.com/office/officeart/2005/8/layout/vProcess5"/>
    <dgm:cxn modelId="{92548335-2356-48D2-BB42-0428326958CA}" type="presOf" srcId="{6443C792-271C-413B-A188-CDDDA083DA06}" destId="{9DCF2F54-DE22-40DF-821E-ADD41530F9BA}" srcOrd="0" destOrd="0" presId="urn:microsoft.com/office/officeart/2005/8/layout/vProcess5"/>
    <dgm:cxn modelId="{55B81139-5AC0-4140-99D4-8C574EE5BC9A}" type="presOf" srcId="{6443C792-271C-413B-A188-CDDDA083DA06}" destId="{D8A3D8C1-AFF3-425A-9FF8-60FD41F9430B}" srcOrd="1" destOrd="0" presId="urn:microsoft.com/office/officeart/2005/8/layout/vProcess5"/>
    <dgm:cxn modelId="{84AD6F3E-36CC-4F4B-AC8E-A0BA804F3440}" srcId="{16269F0E-289D-432E-B117-202A7B74DDF4}" destId="{CC8AAF34-AE2B-48DB-981A-9D76EAECD76F}" srcOrd="0" destOrd="0" parTransId="{EEF75074-BB6F-4145-A4B4-72B1DE78816A}" sibTransId="{DABD7DD3-3CAD-4205-951C-FFFE3A3DC756}"/>
    <dgm:cxn modelId="{2F0E3448-344D-4433-85D5-5CBBC1EFE968}" type="presOf" srcId="{204D4E84-06DD-4782-AF08-9793FF9CC133}" destId="{D5434596-73CF-4989-AFA2-2D9AC386A1C7}" srcOrd="0" destOrd="0" presId="urn:microsoft.com/office/officeart/2005/8/layout/vProcess5"/>
    <dgm:cxn modelId="{D1949D53-80F2-4D61-B532-0EB9D556F3AE}" srcId="{16269F0E-289D-432E-B117-202A7B74DDF4}" destId="{6443C792-271C-413B-A188-CDDDA083DA06}" srcOrd="1" destOrd="0" parTransId="{49F58C4B-C70F-4107-8E17-8A720AD96802}" sibTransId="{51D3D0BA-B3B8-4B94-B16F-C6BBBB37273A}"/>
    <dgm:cxn modelId="{93134F95-90D2-47FC-A85E-E2E70BA5D337}" type="presOf" srcId="{CC8AAF34-AE2B-48DB-981A-9D76EAECD76F}" destId="{641F21BF-D297-4F54-8AF3-5680C922947A}" srcOrd="0" destOrd="0" presId="urn:microsoft.com/office/officeart/2005/8/layout/vProcess5"/>
    <dgm:cxn modelId="{AFC86497-9D84-4202-8743-8FABB8D4D1DC}" type="presOf" srcId="{51D3D0BA-B3B8-4B94-B16F-C6BBBB37273A}" destId="{9EF1AAC6-72A4-4881-88FF-957D3022F8E7}" srcOrd="0" destOrd="0" presId="urn:microsoft.com/office/officeart/2005/8/layout/vProcess5"/>
    <dgm:cxn modelId="{E39C77B1-80DF-47EF-95F9-A1C177193329}" type="presOf" srcId="{D4DEA857-1E36-4D03-81C9-A9359D535928}" destId="{C911C1D2-18AB-4D02-9400-99D4D6A1806A}" srcOrd="0" destOrd="0" presId="urn:microsoft.com/office/officeart/2005/8/layout/vProcess5"/>
    <dgm:cxn modelId="{19A32CC3-81DA-4216-B501-B6F6D34B42AE}" type="presOf" srcId="{20D22758-7B51-49CD-BF35-0FC79CD823E9}" destId="{78FBE486-017F-41E6-BC51-BBB41F1231C1}" srcOrd="1" destOrd="0" presId="urn:microsoft.com/office/officeart/2005/8/layout/vProcess5"/>
    <dgm:cxn modelId="{A3AB45DD-C6EC-4E98-A2DB-F71917BB4CEC}" type="presOf" srcId="{20D22758-7B51-49CD-BF35-0FC79CD823E9}" destId="{E4B8EBD6-E1F8-4AFB-9A5F-30D1CEC02EEB}" srcOrd="0" destOrd="0" presId="urn:microsoft.com/office/officeart/2005/8/layout/vProcess5"/>
    <dgm:cxn modelId="{AAC723E8-E004-445A-9D6A-55F27A0CE972}" type="presOf" srcId="{CC8AAF34-AE2B-48DB-981A-9D76EAECD76F}" destId="{43D8C99F-C163-4B93-899B-250E0BCB05BD}" srcOrd="1" destOrd="0" presId="urn:microsoft.com/office/officeart/2005/8/layout/vProcess5"/>
    <dgm:cxn modelId="{939D12EA-789E-4527-AD9B-19C7306238E0}" type="presOf" srcId="{D4DEA857-1E36-4D03-81C9-A9359D535928}" destId="{0D278404-6FA3-462F-AEC9-7A372B533DAF}" srcOrd="1" destOrd="0" presId="urn:microsoft.com/office/officeart/2005/8/layout/vProcess5"/>
    <dgm:cxn modelId="{578934E7-FE39-4877-817D-1256E7547BE7}" type="presParOf" srcId="{799EC2FF-1CDD-4E74-891C-65DAA33AAF59}" destId="{B72B9431-1D15-48BD-83AE-D9FF0CA0BB09}" srcOrd="0" destOrd="0" presId="urn:microsoft.com/office/officeart/2005/8/layout/vProcess5"/>
    <dgm:cxn modelId="{D893C35B-A8A9-4BCE-B419-9585C0E9719C}" type="presParOf" srcId="{799EC2FF-1CDD-4E74-891C-65DAA33AAF59}" destId="{641F21BF-D297-4F54-8AF3-5680C922947A}" srcOrd="1" destOrd="0" presId="urn:microsoft.com/office/officeart/2005/8/layout/vProcess5"/>
    <dgm:cxn modelId="{5045C2D7-A76C-486F-A3A1-782D4DF95D8A}" type="presParOf" srcId="{799EC2FF-1CDD-4E74-891C-65DAA33AAF59}" destId="{9DCF2F54-DE22-40DF-821E-ADD41530F9BA}" srcOrd="2" destOrd="0" presId="urn:microsoft.com/office/officeart/2005/8/layout/vProcess5"/>
    <dgm:cxn modelId="{A381FFC3-670D-4EC4-8DE0-F6C526153088}" type="presParOf" srcId="{799EC2FF-1CDD-4E74-891C-65DAA33AAF59}" destId="{C911C1D2-18AB-4D02-9400-99D4D6A1806A}" srcOrd="3" destOrd="0" presId="urn:microsoft.com/office/officeart/2005/8/layout/vProcess5"/>
    <dgm:cxn modelId="{E0521755-F779-4EBF-8592-ACB26925D57F}" type="presParOf" srcId="{799EC2FF-1CDD-4E74-891C-65DAA33AAF59}" destId="{E4B8EBD6-E1F8-4AFB-9A5F-30D1CEC02EEB}" srcOrd="4" destOrd="0" presId="urn:microsoft.com/office/officeart/2005/8/layout/vProcess5"/>
    <dgm:cxn modelId="{A75B7F00-F3C8-4CDE-B086-70091BAF28C7}" type="presParOf" srcId="{799EC2FF-1CDD-4E74-891C-65DAA33AAF59}" destId="{3E4B6422-F6F6-47BE-8FBF-9EBAAA9750E8}" srcOrd="5" destOrd="0" presId="urn:microsoft.com/office/officeart/2005/8/layout/vProcess5"/>
    <dgm:cxn modelId="{57F0D484-3EB7-4599-80D5-05A10EB46133}" type="presParOf" srcId="{799EC2FF-1CDD-4E74-891C-65DAA33AAF59}" destId="{9EF1AAC6-72A4-4881-88FF-957D3022F8E7}" srcOrd="6" destOrd="0" presId="urn:microsoft.com/office/officeart/2005/8/layout/vProcess5"/>
    <dgm:cxn modelId="{BD04376A-B8E1-4028-B9EA-AB4CA50A15A5}" type="presParOf" srcId="{799EC2FF-1CDD-4E74-891C-65DAA33AAF59}" destId="{D5434596-73CF-4989-AFA2-2D9AC386A1C7}" srcOrd="7" destOrd="0" presId="urn:microsoft.com/office/officeart/2005/8/layout/vProcess5"/>
    <dgm:cxn modelId="{5E4BDE38-E07F-453B-B827-28886F6FB1D5}" type="presParOf" srcId="{799EC2FF-1CDD-4E74-891C-65DAA33AAF59}" destId="{43D8C99F-C163-4B93-899B-250E0BCB05BD}" srcOrd="8" destOrd="0" presId="urn:microsoft.com/office/officeart/2005/8/layout/vProcess5"/>
    <dgm:cxn modelId="{BE483A22-93A2-4AB8-AFBC-6D2B8E2B1AB9}" type="presParOf" srcId="{799EC2FF-1CDD-4E74-891C-65DAA33AAF59}" destId="{D8A3D8C1-AFF3-425A-9FF8-60FD41F9430B}" srcOrd="9" destOrd="0" presId="urn:microsoft.com/office/officeart/2005/8/layout/vProcess5"/>
    <dgm:cxn modelId="{4E20F8CB-11EA-477B-B2F6-8C913984789E}" type="presParOf" srcId="{799EC2FF-1CDD-4E74-891C-65DAA33AAF59}" destId="{0D278404-6FA3-462F-AEC9-7A372B533DAF}" srcOrd="10" destOrd="0" presId="urn:microsoft.com/office/officeart/2005/8/layout/vProcess5"/>
    <dgm:cxn modelId="{E29E60CC-A235-4A13-9F67-18CFE2E85344}" type="presParOf" srcId="{799EC2FF-1CDD-4E74-891C-65DAA33AAF59}" destId="{78FBE486-017F-41E6-BC51-BBB41F1231C1}" srcOrd="11" destOrd="0" presId="urn:microsoft.com/office/officeart/2005/8/layout/vProcess5"/>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F7DBCA5-5FFA-427B-BD76-1DF0B17F28B4}" type="doc">
      <dgm:prSet loTypeId="urn:microsoft.com/office/officeart/2016/7/layout/LinearBlockProcessNumbered" loCatId="process" qsTypeId="urn:microsoft.com/office/officeart/2005/8/quickstyle/simple4" qsCatId="simple" csTypeId="urn:microsoft.com/office/officeart/2005/8/colors/accent0_3" csCatId="mainScheme"/>
      <dgm:spPr/>
      <dgm:t>
        <a:bodyPr/>
        <a:lstStyle/>
        <a:p>
          <a:endParaRPr lang="en-US"/>
        </a:p>
      </dgm:t>
    </dgm:pt>
    <dgm:pt modelId="{0DEAFB7C-FE1B-48C6-973F-F26A5AAF779F}">
      <dgm:prSet/>
      <dgm:spPr/>
      <dgm:t>
        <a:bodyPr/>
        <a:lstStyle/>
        <a:p>
          <a:r>
            <a:rPr lang="en-US" b="0" i="0" baseline="0" dirty="0"/>
            <a:t>Minden </a:t>
          </a:r>
          <a:r>
            <a:rPr lang="en-US" b="0" i="0" baseline="0" dirty="0" err="1"/>
            <a:t>város</a:t>
          </a:r>
          <a:r>
            <a:rPr lang="en-US" b="0" i="0" baseline="0" dirty="0"/>
            <a:t> </a:t>
          </a:r>
          <a:r>
            <a:rPr lang="en-US" b="0" i="0" baseline="0" dirty="0" err="1"/>
            <a:t>saját</a:t>
          </a:r>
          <a:r>
            <a:rPr lang="en-US" b="0" i="0" baseline="0" dirty="0"/>
            <a:t> </a:t>
          </a:r>
          <a:r>
            <a:rPr lang="en-US" b="0" i="0" baseline="0" dirty="0" err="1"/>
            <a:t>alhálózaton</a:t>
          </a:r>
          <a:endParaRPr lang="en-US" dirty="0"/>
        </a:p>
      </dgm:t>
    </dgm:pt>
    <dgm:pt modelId="{4A30F528-8269-438F-8511-3564E3113D5C}" type="parTrans" cxnId="{04D55433-9A1E-49A0-8857-52F78CF55C89}">
      <dgm:prSet/>
      <dgm:spPr/>
      <dgm:t>
        <a:bodyPr/>
        <a:lstStyle/>
        <a:p>
          <a:endParaRPr lang="en-US"/>
        </a:p>
      </dgm:t>
    </dgm:pt>
    <dgm:pt modelId="{32AA214F-2703-4EAB-8094-C26EBB7F94E4}" type="sibTrans" cxnId="{04D55433-9A1E-49A0-8857-52F78CF55C89}">
      <dgm:prSet phldrT="01" phldr="0"/>
      <dgm:spPr/>
      <dgm:t>
        <a:bodyPr/>
        <a:lstStyle/>
        <a:p>
          <a:r>
            <a:rPr lang="en-US"/>
            <a:t>01</a:t>
          </a:r>
        </a:p>
      </dgm:t>
    </dgm:pt>
    <dgm:pt modelId="{EC8B00FF-8C83-4017-B1F2-536014034442}">
      <dgm:prSet/>
      <dgm:spPr/>
      <dgm:t>
        <a:bodyPr/>
        <a:lstStyle/>
        <a:p>
          <a:r>
            <a:rPr lang="en-US" b="0" i="0" baseline="0"/>
            <a:t>Redundáns, biztonságos hálózati felépítés</a:t>
          </a:r>
          <a:endParaRPr lang="en-US"/>
        </a:p>
      </dgm:t>
    </dgm:pt>
    <dgm:pt modelId="{545E98AF-BC42-4025-BA05-D616EDD9239A}" type="parTrans" cxnId="{9D83F618-E670-4797-BAAA-FAEFD4B5D799}">
      <dgm:prSet/>
      <dgm:spPr/>
      <dgm:t>
        <a:bodyPr/>
        <a:lstStyle/>
        <a:p>
          <a:endParaRPr lang="en-US"/>
        </a:p>
      </dgm:t>
    </dgm:pt>
    <dgm:pt modelId="{23D8A279-2939-477B-8677-3F410D9D1FC0}" type="sibTrans" cxnId="{9D83F618-E670-4797-BAAA-FAEFD4B5D799}">
      <dgm:prSet phldrT="02" phldr="0"/>
      <dgm:spPr/>
      <dgm:t>
        <a:bodyPr/>
        <a:lstStyle/>
        <a:p>
          <a:r>
            <a:rPr lang="en-US"/>
            <a:t>02</a:t>
          </a:r>
        </a:p>
      </dgm:t>
    </dgm:pt>
    <dgm:pt modelId="{9011829C-20FF-4AA2-B450-A4D91482AE29}">
      <dgm:prSet/>
      <dgm:spPr/>
      <dgm:t>
        <a:bodyPr/>
        <a:lstStyle/>
        <a:p>
          <a:r>
            <a:rPr lang="en-US" b="0" i="0" baseline="0"/>
            <a:t>Egységes DNS, logikus IP struktúra</a:t>
          </a:r>
          <a:endParaRPr lang="en-US"/>
        </a:p>
      </dgm:t>
    </dgm:pt>
    <dgm:pt modelId="{8D3935A3-6A57-4D91-89FD-AD0549BA21A1}" type="parTrans" cxnId="{42B0A65E-EA8C-4C95-AD06-D9670E0702A9}">
      <dgm:prSet/>
      <dgm:spPr/>
      <dgm:t>
        <a:bodyPr/>
        <a:lstStyle/>
        <a:p>
          <a:endParaRPr lang="en-US"/>
        </a:p>
      </dgm:t>
    </dgm:pt>
    <dgm:pt modelId="{74C745D2-3E89-47ED-842C-7342531F682C}" type="sibTrans" cxnId="{42B0A65E-EA8C-4C95-AD06-D9670E0702A9}">
      <dgm:prSet phldrT="03" phldr="0"/>
      <dgm:spPr/>
      <dgm:t>
        <a:bodyPr/>
        <a:lstStyle/>
        <a:p>
          <a:r>
            <a:rPr lang="en-US"/>
            <a:t>03</a:t>
          </a:r>
        </a:p>
      </dgm:t>
    </dgm:pt>
    <dgm:pt modelId="{B0382F4F-7A6A-4623-92FD-4E9CD6C87040}">
      <dgm:prSet/>
      <dgm:spPr/>
      <dgm:t>
        <a:bodyPr/>
        <a:lstStyle/>
        <a:p>
          <a:r>
            <a:rPr lang="en-US" b="0" i="0" baseline="0"/>
            <a:t>Stabil kapcsolat a kaszinók között</a:t>
          </a:r>
          <a:endParaRPr lang="en-US"/>
        </a:p>
      </dgm:t>
    </dgm:pt>
    <dgm:pt modelId="{D6E1BBD6-043A-45B2-B453-057F209D2388}" type="parTrans" cxnId="{89456EEF-CAF7-4CB8-B4E1-1035A60D9DD9}">
      <dgm:prSet/>
      <dgm:spPr/>
      <dgm:t>
        <a:bodyPr/>
        <a:lstStyle/>
        <a:p>
          <a:endParaRPr lang="en-US"/>
        </a:p>
      </dgm:t>
    </dgm:pt>
    <dgm:pt modelId="{05BEE129-9FE9-4230-AEBA-AB13BBEC1970}" type="sibTrans" cxnId="{89456EEF-CAF7-4CB8-B4E1-1035A60D9DD9}">
      <dgm:prSet phldrT="04" phldr="0"/>
      <dgm:spPr/>
      <dgm:t>
        <a:bodyPr/>
        <a:lstStyle/>
        <a:p>
          <a:r>
            <a:rPr lang="en-US"/>
            <a:t>04</a:t>
          </a:r>
        </a:p>
      </dgm:t>
    </dgm:pt>
    <dgm:pt modelId="{7196DA6F-E97D-4C91-B682-01C807CA8B7C}" type="pres">
      <dgm:prSet presAssocID="{EF7DBCA5-5FFA-427B-BD76-1DF0B17F28B4}" presName="Name0" presStyleCnt="0">
        <dgm:presLayoutVars>
          <dgm:animLvl val="lvl"/>
          <dgm:resizeHandles val="exact"/>
        </dgm:presLayoutVars>
      </dgm:prSet>
      <dgm:spPr/>
    </dgm:pt>
    <dgm:pt modelId="{10C1105F-ED0E-4196-9F92-8720D73CEDDC}" type="pres">
      <dgm:prSet presAssocID="{0DEAFB7C-FE1B-48C6-973F-F26A5AAF779F}" presName="compositeNode" presStyleCnt="0">
        <dgm:presLayoutVars>
          <dgm:bulletEnabled val="1"/>
        </dgm:presLayoutVars>
      </dgm:prSet>
      <dgm:spPr/>
    </dgm:pt>
    <dgm:pt modelId="{837CBF36-3658-4D6E-A95C-B3D9065CA43C}" type="pres">
      <dgm:prSet presAssocID="{0DEAFB7C-FE1B-48C6-973F-F26A5AAF779F}" presName="bgRect" presStyleLbl="alignNode1" presStyleIdx="0" presStyleCnt="4"/>
      <dgm:spPr/>
    </dgm:pt>
    <dgm:pt modelId="{95FE7BD5-C1E2-4111-89E1-DD274CB9501C}" type="pres">
      <dgm:prSet presAssocID="{32AA214F-2703-4EAB-8094-C26EBB7F94E4}" presName="sibTransNodeRect" presStyleLbl="alignNode1" presStyleIdx="0" presStyleCnt="4">
        <dgm:presLayoutVars>
          <dgm:chMax val="0"/>
          <dgm:bulletEnabled val="1"/>
        </dgm:presLayoutVars>
      </dgm:prSet>
      <dgm:spPr/>
    </dgm:pt>
    <dgm:pt modelId="{1C39FCEF-8ACC-45E1-8333-493D6D8A69C1}" type="pres">
      <dgm:prSet presAssocID="{0DEAFB7C-FE1B-48C6-973F-F26A5AAF779F}" presName="nodeRect" presStyleLbl="alignNode1" presStyleIdx="0" presStyleCnt="4">
        <dgm:presLayoutVars>
          <dgm:bulletEnabled val="1"/>
        </dgm:presLayoutVars>
      </dgm:prSet>
      <dgm:spPr/>
    </dgm:pt>
    <dgm:pt modelId="{BA505EAA-FA34-4383-B753-3814CC1D2FD2}" type="pres">
      <dgm:prSet presAssocID="{32AA214F-2703-4EAB-8094-C26EBB7F94E4}" presName="sibTrans" presStyleCnt="0"/>
      <dgm:spPr/>
    </dgm:pt>
    <dgm:pt modelId="{1EB9E20C-D355-4154-AB75-3B8F4524EFE7}" type="pres">
      <dgm:prSet presAssocID="{EC8B00FF-8C83-4017-B1F2-536014034442}" presName="compositeNode" presStyleCnt="0">
        <dgm:presLayoutVars>
          <dgm:bulletEnabled val="1"/>
        </dgm:presLayoutVars>
      </dgm:prSet>
      <dgm:spPr/>
    </dgm:pt>
    <dgm:pt modelId="{5D2FF57A-15F6-4657-8AF3-1A8A38C2300D}" type="pres">
      <dgm:prSet presAssocID="{EC8B00FF-8C83-4017-B1F2-536014034442}" presName="bgRect" presStyleLbl="alignNode1" presStyleIdx="1" presStyleCnt="4"/>
      <dgm:spPr/>
    </dgm:pt>
    <dgm:pt modelId="{54020DF4-69FC-45BF-822E-C214527AB6A1}" type="pres">
      <dgm:prSet presAssocID="{23D8A279-2939-477B-8677-3F410D9D1FC0}" presName="sibTransNodeRect" presStyleLbl="alignNode1" presStyleIdx="1" presStyleCnt="4">
        <dgm:presLayoutVars>
          <dgm:chMax val="0"/>
          <dgm:bulletEnabled val="1"/>
        </dgm:presLayoutVars>
      </dgm:prSet>
      <dgm:spPr/>
    </dgm:pt>
    <dgm:pt modelId="{9285B2B2-918B-42D0-B831-CF0F4477C9B5}" type="pres">
      <dgm:prSet presAssocID="{EC8B00FF-8C83-4017-B1F2-536014034442}" presName="nodeRect" presStyleLbl="alignNode1" presStyleIdx="1" presStyleCnt="4">
        <dgm:presLayoutVars>
          <dgm:bulletEnabled val="1"/>
        </dgm:presLayoutVars>
      </dgm:prSet>
      <dgm:spPr/>
    </dgm:pt>
    <dgm:pt modelId="{01952C0E-D5F1-4355-B456-DBC51D518D6E}" type="pres">
      <dgm:prSet presAssocID="{23D8A279-2939-477B-8677-3F410D9D1FC0}" presName="sibTrans" presStyleCnt="0"/>
      <dgm:spPr/>
    </dgm:pt>
    <dgm:pt modelId="{B939103B-632F-4E9D-A077-AA2E87E914C9}" type="pres">
      <dgm:prSet presAssocID="{9011829C-20FF-4AA2-B450-A4D91482AE29}" presName="compositeNode" presStyleCnt="0">
        <dgm:presLayoutVars>
          <dgm:bulletEnabled val="1"/>
        </dgm:presLayoutVars>
      </dgm:prSet>
      <dgm:spPr/>
    </dgm:pt>
    <dgm:pt modelId="{FC03230E-8814-4756-9E10-B28BF0E71212}" type="pres">
      <dgm:prSet presAssocID="{9011829C-20FF-4AA2-B450-A4D91482AE29}" presName="bgRect" presStyleLbl="alignNode1" presStyleIdx="2" presStyleCnt="4"/>
      <dgm:spPr/>
    </dgm:pt>
    <dgm:pt modelId="{E861108A-FEE7-4133-A33B-4176CCD807C4}" type="pres">
      <dgm:prSet presAssocID="{74C745D2-3E89-47ED-842C-7342531F682C}" presName="sibTransNodeRect" presStyleLbl="alignNode1" presStyleIdx="2" presStyleCnt="4">
        <dgm:presLayoutVars>
          <dgm:chMax val="0"/>
          <dgm:bulletEnabled val="1"/>
        </dgm:presLayoutVars>
      </dgm:prSet>
      <dgm:spPr/>
    </dgm:pt>
    <dgm:pt modelId="{228AB815-E11E-4B2D-979C-8FA712AE93D4}" type="pres">
      <dgm:prSet presAssocID="{9011829C-20FF-4AA2-B450-A4D91482AE29}" presName="nodeRect" presStyleLbl="alignNode1" presStyleIdx="2" presStyleCnt="4">
        <dgm:presLayoutVars>
          <dgm:bulletEnabled val="1"/>
        </dgm:presLayoutVars>
      </dgm:prSet>
      <dgm:spPr/>
    </dgm:pt>
    <dgm:pt modelId="{0A09A4C0-9CA9-4BD3-8D03-4785104673ED}" type="pres">
      <dgm:prSet presAssocID="{74C745D2-3E89-47ED-842C-7342531F682C}" presName="sibTrans" presStyleCnt="0"/>
      <dgm:spPr/>
    </dgm:pt>
    <dgm:pt modelId="{AE74BDF8-B76F-434D-88B6-4D4BC163A735}" type="pres">
      <dgm:prSet presAssocID="{B0382F4F-7A6A-4623-92FD-4E9CD6C87040}" presName="compositeNode" presStyleCnt="0">
        <dgm:presLayoutVars>
          <dgm:bulletEnabled val="1"/>
        </dgm:presLayoutVars>
      </dgm:prSet>
      <dgm:spPr/>
    </dgm:pt>
    <dgm:pt modelId="{D23A47F1-F1E0-4BFC-A100-9BF15E7D72AD}" type="pres">
      <dgm:prSet presAssocID="{B0382F4F-7A6A-4623-92FD-4E9CD6C87040}" presName="bgRect" presStyleLbl="alignNode1" presStyleIdx="3" presStyleCnt="4"/>
      <dgm:spPr/>
    </dgm:pt>
    <dgm:pt modelId="{485C6E07-9D68-4605-9FAF-356541887627}" type="pres">
      <dgm:prSet presAssocID="{05BEE129-9FE9-4230-AEBA-AB13BBEC1970}" presName="sibTransNodeRect" presStyleLbl="alignNode1" presStyleIdx="3" presStyleCnt="4">
        <dgm:presLayoutVars>
          <dgm:chMax val="0"/>
          <dgm:bulletEnabled val="1"/>
        </dgm:presLayoutVars>
      </dgm:prSet>
      <dgm:spPr/>
    </dgm:pt>
    <dgm:pt modelId="{B673DDE6-4A48-4053-ABDB-1EBCC57A7DBA}" type="pres">
      <dgm:prSet presAssocID="{B0382F4F-7A6A-4623-92FD-4E9CD6C87040}" presName="nodeRect" presStyleLbl="alignNode1" presStyleIdx="3" presStyleCnt="4">
        <dgm:presLayoutVars>
          <dgm:bulletEnabled val="1"/>
        </dgm:presLayoutVars>
      </dgm:prSet>
      <dgm:spPr/>
    </dgm:pt>
  </dgm:ptLst>
  <dgm:cxnLst>
    <dgm:cxn modelId="{9D83F618-E670-4797-BAAA-FAEFD4B5D799}" srcId="{EF7DBCA5-5FFA-427B-BD76-1DF0B17F28B4}" destId="{EC8B00FF-8C83-4017-B1F2-536014034442}" srcOrd="1" destOrd="0" parTransId="{545E98AF-BC42-4025-BA05-D616EDD9239A}" sibTransId="{23D8A279-2939-477B-8677-3F410D9D1FC0}"/>
    <dgm:cxn modelId="{090C2929-DC67-4958-939F-9089AEB87880}" type="presOf" srcId="{B0382F4F-7A6A-4623-92FD-4E9CD6C87040}" destId="{D23A47F1-F1E0-4BFC-A100-9BF15E7D72AD}" srcOrd="0" destOrd="0" presId="urn:microsoft.com/office/officeart/2016/7/layout/LinearBlockProcessNumbered"/>
    <dgm:cxn modelId="{CAF0022A-84BF-42AC-B9ED-5D83B8555D4D}" type="presOf" srcId="{9011829C-20FF-4AA2-B450-A4D91482AE29}" destId="{FC03230E-8814-4756-9E10-B28BF0E71212}" srcOrd="0" destOrd="0" presId="urn:microsoft.com/office/officeart/2016/7/layout/LinearBlockProcessNumbered"/>
    <dgm:cxn modelId="{04D55433-9A1E-49A0-8857-52F78CF55C89}" srcId="{EF7DBCA5-5FFA-427B-BD76-1DF0B17F28B4}" destId="{0DEAFB7C-FE1B-48C6-973F-F26A5AAF779F}" srcOrd="0" destOrd="0" parTransId="{4A30F528-8269-438F-8511-3564E3113D5C}" sibTransId="{32AA214F-2703-4EAB-8094-C26EBB7F94E4}"/>
    <dgm:cxn modelId="{0CB17B5E-2749-446C-A860-B8E8DFD5CAA8}" type="presOf" srcId="{EC8B00FF-8C83-4017-B1F2-536014034442}" destId="{9285B2B2-918B-42D0-B831-CF0F4477C9B5}" srcOrd="1" destOrd="0" presId="urn:microsoft.com/office/officeart/2016/7/layout/LinearBlockProcessNumbered"/>
    <dgm:cxn modelId="{42B0A65E-EA8C-4C95-AD06-D9670E0702A9}" srcId="{EF7DBCA5-5FFA-427B-BD76-1DF0B17F28B4}" destId="{9011829C-20FF-4AA2-B450-A4D91482AE29}" srcOrd="2" destOrd="0" parTransId="{8D3935A3-6A57-4D91-89FD-AD0549BA21A1}" sibTransId="{74C745D2-3E89-47ED-842C-7342531F682C}"/>
    <dgm:cxn modelId="{8082396E-810A-46E7-86BE-CD8B04616A00}" type="presOf" srcId="{B0382F4F-7A6A-4623-92FD-4E9CD6C87040}" destId="{B673DDE6-4A48-4053-ABDB-1EBCC57A7DBA}" srcOrd="1" destOrd="0" presId="urn:microsoft.com/office/officeart/2016/7/layout/LinearBlockProcessNumbered"/>
    <dgm:cxn modelId="{604CF64F-8A13-4F5D-814A-0ED10E217926}" type="presOf" srcId="{0DEAFB7C-FE1B-48C6-973F-F26A5AAF779F}" destId="{837CBF36-3658-4D6E-A95C-B3D9065CA43C}" srcOrd="0" destOrd="0" presId="urn:microsoft.com/office/officeart/2016/7/layout/LinearBlockProcessNumbered"/>
    <dgm:cxn modelId="{614A168B-21F7-423A-9955-C89C9AD2B2D2}" type="presOf" srcId="{EC8B00FF-8C83-4017-B1F2-536014034442}" destId="{5D2FF57A-15F6-4657-8AF3-1A8A38C2300D}" srcOrd="0" destOrd="0" presId="urn:microsoft.com/office/officeart/2016/7/layout/LinearBlockProcessNumbered"/>
    <dgm:cxn modelId="{C53D9C92-DD34-438A-B89E-FE5FAC8B7166}" type="presOf" srcId="{EF7DBCA5-5FFA-427B-BD76-1DF0B17F28B4}" destId="{7196DA6F-E97D-4C91-B682-01C807CA8B7C}" srcOrd="0" destOrd="0" presId="urn:microsoft.com/office/officeart/2016/7/layout/LinearBlockProcessNumbered"/>
    <dgm:cxn modelId="{1643B3A3-382A-4D05-805A-F0C00DAA094C}" type="presOf" srcId="{74C745D2-3E89-47ED-842C-7342531F682C}" destId="{E861108A-FEE7-4133-A33B-4176CCD807C4}" srcOrd="0" destOrd="0" presId="urn:microsoft.com/office/officeart/2016/7/layout/LinearBlockProcessNumbered"/>
    <dgm:cxn modelId="{1506A5AD-729A-45FC-AC6D-2724FC39A264}" type="presOf" srcId="{9011829C-20FF-4AA2-B450-A4D91482AE29}" destId="{228AB815-E11E-4B2D-979C-8FA712AE93D4}" srcOrd="1" destOrd="0" presId="urn:microsoft.com/office/officeart/2016/7/layout/LinearBlockProcessNumbered"/>
    <dgm:cxn modelId="{E4E69FC4-46AD-4594-9302-9F2E7E3596F4}" type="presOf" srcId="{32AA214F-2703-4EAB-8094-C26EBB7F94E4}" destId="{95FE7BD5-C1E2-4111-89E1-DD274CB9501C}" srcOrd="0" destOrd="0" presId="urn:microsoft.com/office/officeart/2016/7/layout/LinearBlockProcessNumbered"/>
    <dgm:cxn modelId="{7169E9D0-FB1D-4AA3-B062-BF4C6C8B7C2F}" type="presOf" srcId="{23D8A279-2939-477B-8677-3F410D9D1FC0}" destId="{54020DF4-69FC-45BF-822E-C214527AB6A1}" srcOrd="0" destOrd="0" presId="urn:microsoft.com/office/officeart/2016/7/layout/LinearBlockProcessNumbered"/>
    <dgm:cxn modelId="{2F6EA4E1-256A-4C27-BA61-E426F523577F}" type="presOf" srcId="{0DEAFB7C-FE1B-48C6-973F-F26A5AAF779F}" destId="{1C39FCEF-8ACC-45E1-8333-493D6D8A69C1}" srcOrd="1" destOrd="0" presId="urn:microsoft.com/office/officeart/2016/7/layout/LinearBlockProcessNumbered"/>
    <dgm:cxn modelId="{E3E1E4E5-941C-4081-867C-51AB86D162A6}" type="presOf" srcId="{05BEE129-9FE9-4230-AEBA-AB13BBEC1970}" destId="{485C6E07-9D68-4605-9FAF-356541887627}" srcOrd="0" destOrd="0" presId="urn:microsoft.com/office/officeart/2016/7/layout/LinearBlockProcessNumbered"/>
    <dgm:cxn modelId="{89456EEF-CAF7-4CB8-B4E1-1035A60D9DD9}" srcId="{EF7DBCA5-5FFA-427B-BD76-1DF0B17F28B4}" destId="{B0382F4F-7A6A-4623-92FD-4E9CD6C87040}" srcOrd="3" destOrd="0" parTransId="{D6E1BBD6-043A-45B2-B453-057F209D2388}" sibTransId="{05BEE129-9FE9-4230-AEBA-AB13BBEC1970}"/>
    <dgm:cxn modelId="{EDFEC68D-26D9-416C-87CD-488380916893}" type="presParOf" srcId="{7196DA6F-E97D-4C91-B682-01C807CA8B7C}" destId="{10C1105F-ED0E-4196-9F92-8720D73CEDDC}" srcOrd="0" destOrd="0" presId="urn:microsoft.com/office/officeart/2016/7/layout/LinearBlockProcessNumbered"/>
    <dgm:cxn modelId="{FE912228-1C5F-47DF-AA69-35196FBB78D8}" type="presParOf" srcId="{10C1105F-ED0E-4196-9F92-8720D73CEDDC}" destId="{837CBF36-3658-4D6E-A95C-B3D9065CA43C}" srcOrd="0" destOrd="0" presId="urn:microsoft.com/office/officeart/2016/7/layout/LinearBlockProcessNumbered"/>
    <dgm:cxn modelId="{26B6670C-B764-4DD0-9844-D771897B6596}" type="presParOf" srcId="{10C1105F-ED0E-4196-9F92-8720D73CEDDC}" destId="{95FE7BD5-C1E2-4111-89E1-DD274CB9501C}" srcOrd="1" destOrd="0" presId="urn:microsoft.com/office/officeart/2016/7/layout/LinearBlockProcessNumbered"/>
    <dgm:cxn modelId="{FD2E6078-FAFE-4638-8C68-D0435889B4C8}" type="presParOf" srcId="{10C1105F-ED0E-4196-9F92-8720D73CEDDC}" destId="{1C39FCEF-8ACC-45E1-8333-493D6D8A69C1}" srcOrd="2" destOrd="0" presId="urn:microsoft.com/office/officeart/2016/7/layout/LinearBlockProcessNumbered"/>
    <dgm:cxn modelId="{1F1F89A6-AE5B-46C4-84BF-914B4FD1BE25}" type="presParOf" srcId="{7196DA6F-E97D-4C91-B682-01C807CA8B7C}" destId="{BA505EAA-FA34-4383-B753-3814CC1D2FD2}" srcOrd="1" destOrd="0" presId="urn:microsoft.com/office/officeart/2016/7/layout/LinearBlockProcessNumbered"/>
    <dgm:cxn modelId="{26D23385-9C40-44A6-AB95-D92241BEDB87}" type="presParOf" srcId="{7196DA6F-E97D-4C91-B682-01C807CA8B7C}" destId="{1EB9E20C-D355-4154-AB75-3B8F4524EFE7}" srcOrd="2" destOrd="0" presId="urn:microsoft.com/office/officeart/2016/7/layout/LinearBlockProcessNumbered"/>
    <dgm:cxn modelId="{6C0BF309-E5CA-4971-81AB-BDDEA08FD7F6}" type="presParOf" srcId="{1EB9E20C-D355-4154-AB75-3B8F4524EFE7}" destId="{5D2FF57A-15F6-4657-8AF3-1A8A38C2300D}" srcOrd="0" destOrd="0" presId="urn:microsoft.com/office/officeart/2016/7/layout/LinearBlockProcessNumbered"/>
    <dgm:cxn modelId="{225FEB2D-BD18-4DD3-B289-A003CD1172D2}" type="presParOf" srcId="{1EB9E20C-D355-4154-AB75-3B8F4524EFE7}" destId="{54020DF4-69FC-45BF-822E-C214527AB6A1}" srcOrd="1" destOrd="0" presId="urn:microsoft.com/office/officeart/2016/7/layout/LinearBlockProcessNumbered"/>
    <dgm:cxn modelId="{8138B4DA-16A4-4F9B-A002-606545C6FC63}" type="presParOf" srcId="{1EB9E20C-D355-4154-AB75-3B8F4524EFE7}" destId="{9285B2B2-918B-42D0-B831-CF0F4477C9B5}" srcOrd="2" destOrd="0" presId="urn:microsoft.com/office/officeart/2016/7/layout/LinearBlockProcessNumbered"/>
    <dgm:cxn modelId="{3969A8B1-4607-4E3F-BB3A-6FAB2E836A1F}" type="presParOf" srcId="{7196DA6F-E97D-4C91-B682-01C807CA8B7C}" destId="{01952C0E-D5F1-4355-B456-DBC51D518D6E}" srcOrd="3" destOrd="0" presId="urn:microsoft.com/office/officeart/2016/7/layout/LinearBlockProcessNumbered"/>
    <dgm:cxn modelId="{F91E712E-4439-43D6-A570-0D5B87E0B398}" type="presParOf" srcId="{7196DA6F-E97D-4C91-B682-01C807CA8B7C}" destId="{B939103B-632F-4E9D-A077-AA2E87E914C9}" srcOrd="4" destOrd="0" presId="urn:microsoft.com/office/officeart/2016/7/layout/LinearBlockProcessNumbered"/>
    <dgm:cxn modelId="{4198C78F-6B79-422D-81CE-63880F10BB30}" type="presParOf" srcId="{B939103B-632F-4E9D-A077-AA2E87E914C9}" destId="{FC03230E-8814-4756-9E10-B28BF0E71212}" srcOrd="0" destOrd="0" presId="urn:microsoft.com/office/officeart/2016/7/layout/LinearBlockProcessNumbered"/>
    <dgm:cxn modelId="{1C6EE930-1DA8-4CD2-83E1-3F7508C45B6B}" type="presParOf" srcId="{B939103B-632F-4E9D-A077-AA2E87E914C9}" destId="{E861108A-FEE7-4133-A33B-4176CCD807C4}" srcOrd="1" destOrd="0" presId="urn:microsoft.com/office/officeart/2016/7/layout/LinearBlockProcessNumbered"/>
    <dgm:cxn modelId="{14C9C5C4-7713-478C-9B5D-86A73B4CF6EC}" type="presParOf" srcId="{B939103B-632F-4E9D-A077-AA2E87E914C9}" destId="{228AB815-E11E-4B2D-979C-8FA712AE93D4}" srcOrd="2" destOrd="0" presId="urn:microsoft.com/office/officeart/2016/7/layout/LinearBlockProcessNumbered"/>
    <dgm:cxn modelId="{D19F28D0-137E-4399-B2FA-9EE876C5218E}" type="presParOf" srcId="{7196DA6F-E97D-4C91-B682-01C807CA8B7C}" destId="{0A09A4C0-9CA9-4BD3-8D03-4785104673ED}" srcOrd="5" destOrd="0" presId="urn:microsoft.com/office/officeart/2016/7/layout/LinearBlockProcessNumbered"/>
    <dgm:cxn modelId="{98E17FC1-CD18-423A-AF8A-476020405E47}" type="presParOf" srcId="{7196DA6F-E97D-4C91-B682-01C807CA8B7C}" destId="{AE74BDF8-B76F-434D-88B6-4D4BC163A735}" srcOrd="6" destOrd="0" presId="urn:microsoft.com/office/officeart/2016/7/layout/LinearBlockProcessNumbered"/>
    <dgm:cxn modelId="{A552A8DE-2F6F-453A-8CA3-9A0021B7928D}" type="presParOf" srcId="{AE74BDF8-B76F-434D-88B6-4D4BC163A735}" destId="{D23A47F1-F1E0-4BFC-A100-9BF15E7D72AD}" srcOrd="0" destOrd="0" presId="urn:microsoft.com/office/officeart/2016/7/layout/LinearBlockProcessNumbered"/>
    <dgm:cxn modelId="{515F6E29-A705-4D4A-A1C1-B3C2477553A5}" type="presParOf" srcId="{AE74BDF8-B76F-434D-88B6-4D4BC163A735}" destId="{485C6E07-9D68-4605-9FAF-356541887627}" srcOrd="1" destOrd="0" presId="urn:microsoft.com/office/officeart/2016/7/layout/LinearBlockProcessNumbered"/>
    <dgm:cxn modelId="{36259635-402C-42FB-92BB-D66741EC4C07}" type="presParOf" srcId="{AE74BDF8-B76F-434D-88B6-4D4BC163A735}" destId="{B673DDE6-4A48-4053-ABDB-1EBCC57A7DBA}" srcOrd="2" destOrd="0" presId="urn:microsoft.com/office/officeart/2016/7/layout/LinearBlockProcessNumbered"/>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41F21BF-D297-4F54-8AF3-5680C922947A}">
      <dsp:nvSpPr>
        <dsp:cNvPr id="0" name=""/>
        <dsp:cNvSpPr/>
      </dsp:nvSpPr>
      <dsp:spPr>
        <a:xfrm>
          <a:off x="0" y="0"/>
          <a:ext cx="8412480" cy="957294"/>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Stake Kaszinó hálózat</a:t>
          </a:r>
        </a:p>
      </dsp:txBody>
      <dsp:txXfrm>
        <a:off x="28038" y="28038"/>
        <a:ext cx="7298593" cy="901218"/>
      </dsp:txXfrm>
    </dsp:sp>
    <dsp:sp modelId="{9DCF2F54-DE22-40DF-821E-ADD41530F9BA}">
      <dsp:nvSpPr>
        <dsp:cNvPr id="0" name=""/>
        <dsp:cNvSpPr/>
      </dsp:nvSpPr>
      <dsp:spPr>
        <a:xfrm>
          <a:off x="704545" y="1131347"/>
          <a:ext cx="8412480" cy="957294"/>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4 város</a:t>
          </a:r>
        </a:p>
      </dsp:txBody>
      <dsp:txXfrm>
        <a:off x="732583" y="1159385"/>
        <a:ext cx="7029617" cy="901218"/>
      </dsp:txXfrm>
    </dsp:sp>
    <dsp:sp modelId="{C911C1D2-18AB-4D02-9400-99D4D6A1806A}">
      <dsp:nvSpPr>
        <dsp:cNvPr id="0" name=""/>
        <dsp:cNvSpPr/>
      </dsp:nvSpPr>
      <dsp:spPr>
        <a:xfrm>
          <a:off x="1398574" y="2262695"/>
          <a:ext cx="8412480" cy="957294"/>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a:t>Központilag menedzselt</a:t>
          </a:r>
        </a:p>
      </dsp:txBody>
      <dsp:txXfrm>
        <a:off x="1426612" y="2290733"/>
        <a:ext cx="7040133" cy="901218"/>
      </dsp:txXfrm>
    </dsp:sp>
    <dsp:sp modelId="{E4B8EBD6-E1F8-4AFB-9A5F-30D1CEC02EEB}">
      <dsp:nvSpPr>
        <dsp:cNvPr id="0" name=""/>
        <dsp:cNvSpPr/>
      </dsp:nvSpPr>
      <dsp:spPr>
        <a:xfrm>
          <a:off x="2103119" y="3394043"/>
          <a:ext cx="8412480" cy="957294"/>
        </a:xfrm>
        <a:prstGeom prst="roundRect">
          <a:avLst>
            <a:gd name="adj" fmla="val 10000"/>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b="1" kern="1200" dirty="0"/>
            <a:t>Budapest</a:t>
          </a:r>
          <a:r>
            <a:rPr lang="en-US" sz="2500" kern="1200" dirty="0"/>
            <a:t>, </a:t>
          </a:r>
          <a:r>
            <a:rPr lang="en-US" sz="2500" b="1" kern="1200" dirty="0"/>
            <a:t>Sopron</a:t>
          </a:r>
          <a:r>
            <a:rPr lang="en-US" sz="2500" kern="1200" dirty="0"/>
            <a:t>, </a:t>
          </a:r>
          <a:r>
            <a:rPr lang="en-US" sz="2500" b="1" kern="1200" dirty="0"/>
            <a:t>Pécs</a:t>
          </a:r>
          <a:r>
            <a:rPr lang="en-US" sz="2500" kern="1200" dirty="0"/>
            <a:t>, </a:t>
          </a:r>
          <a:r>
            <a:rPr lang="en-US" sz="2500" b="1" kern="1200" dirty="0" err="1">
              <a:solidFill>
                <a:srgbClr val="FF0000"/>
              </a:solidFill>
            </a:rPr>
            <a:t>Szekszárd</a:t>
          </a:r>
          <a:br>
            <a:rPr lang="en-US" sz="2500" kern="1200" dirty="0">
              <a:solidFill>
                <a:srgbClr val="FF0000"/>
              </a:solidFill>
            </a:rPr>
          </a:br>
          <a:endParaRPr lang="en-US" sz="2500" kern="1200" dirty="0">
            <a:solidFill>
              <a:srgbClr val="FF0000"/>
            </a:solidFill>
          </a:endParaRPr>
        </a:p>
      </dsp:txBody>
      <dsp:txXfrm>
        <a:off x="2131157" y="3422081"/>
        <a:ext cx="7029617" cy="901218"/>
      </dsp:txXfrm>
    </dsp:sp>
    <dsp:sp modelId="{3E4B6422-F6F6-47BE-8FBF-9EBAAA9750E8}">
      <dsp:nvSpPr>
        <dsp:cNvPr id="0" name=""/>
        <dsp:cNvSpPr/>
      </dsp:nvSpPr>
      <dsp:spPr>
        <a:xfrm>
          <a:off x="7790238" y="733200"/>
          <a:ext cx="622241" cy="622241"/>
        </a:xfrm>
        <a:prstGeom prst="downArrow">
          <a:avLst>
            <a:gd name="adj1" fmla="val 55000"/>
            <a:gd name="adj2" fmla="val 45000"/>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endParaRPr lang="en-US" sz="2800" kern="1200"/>
        </a:p>
      </dsp:txBody>
      <dsp:txXfrm>
        <a:off x="7930242" y="733200"/>
        <a:ext cx="342233" cy="468236"/>
      </dsp:txXfrm>
    </dsp:sp>
    <dsp:sp modelId="{9EF1AAC6-72A4-4881-88FF-957D3022F8E7}">
      <dsp:nvSpPr>
        <dsp:cNvPr id="0" name=""/>
        <dsp:cNvSpPr/>
      </dsp:nvSpPr>
      <dsp:spPr>
        <a:xfrm>
          <a:off x="8494783" y="1864548"/>
          <a:ext cx="622241" cy="622241"/>
        </a:xfrm>
        <a:prstGeom prst="downArrow">
          <a:avLst>
            <a:gd name="adj1" fmla="val 55000"/>
            <a:gd name="adj2" fmla="val 45000"/>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endParaRPr lang="en-US" sz="2800" kern="1200"/>
        </a:p>
      </dsp:txBody>
      <dsp:txXfrm>
        <a:off x="8634787" y="1864548"/>
        <a:ext cx="342233" cy="468236"/>
      </dsp:txXfrm>
    </dsp:sp>
    <dsp:sp modelId="{D5434596-73CF-4989-AFA2-2D9AC386A1C7}">
      <dsp:nvSpPr>
        <dsp:cNvPr id="0" name=""/>
        <dsp:cNvSpPr/>
      </dsp:nvSpPr>
      <dsp:spPr>
        <a:xfrm>
          <a:off x="9188813" y="2995896"/>
          <a:ext cx="622241" cy="622241"/>
        </a:xfrm>
        <a:prstGeom prst="downArrow">
          <a:avLst>
            <a:gd name="adj1" fmla="val 55000"/>
            <a:gd name="adj2" fmla="val 45000"/>
          </a:avLst>
        </a:prstGeom>
        <a:solidFill>
          <a:schemeClr val="accent2">
            <a:alpha val="90000"/>
            <a:tint val="40000"/>
            <a:hueOff val="0"/>
            <a:satOff val="0"/>
            <a:lumOff val="0"/>
            <a:alphaOff val="0"/>
          </a:schemeClr>
        </a:solidFill>
        <a:ln w="12700" cap="flat" cmpd="sng" algn="ctr">
          <a:solidFill>
            <a:schemeClr val="accent2">
              <a:alpha val="90000"/>
              <a:tint val="4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35560" tIns="35560" rIns="35560" bIns="35560" numCol="1" spcCol="1270" anchor="ctr" anchorCtr="0">
          <a:noAutofit/>
        </a:bodyPr>
        <a:lstStyle/>
        <a:p>
          <a:pPr marL="0" lvl="0" indent="0" algn="ctr" defTabSz="1244600">
            <a:lnSpc>
              <a:spcPct val="90000"/>
            </a:lnSpc>
            <a:spcBef>
              <a:spcPct val="0"/>
            </a:spcBef>
            <a:spcAft>
              <a:spcPct val="35000"/>
            </a:spcAft>
            <a:buNone/>
          </a:pPr>
          <a:endParaRPr lang="en-US" sz="2800" kern="1200"/>
        </a:p>
      </dsp:txBody>
      <dsp:txXfrm>
        <a:off x="9328817" y="2995896"/>
        <a:ext cx="342233" cy="468236"/>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7CBF36-3658-4D6E-A95C-B3D9065CA43C}">
      <dsp:nvSpPr>
        <dsp:cNvPr id="0" name=""/>
        <dsp:cNvSpPr/>
      </dsp:nvSpPr>
      <dsp:spPr>
        <a:xfrm>
          <a:off x="198" y="0"/>
          <a:ext cx="2397363" cy="258845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236806" tIns="0" rIns="236806" bIns="330200" numCol="1" spcCol="1270" anchor="t" anchorCtr="0">
          <a:noAutofit/>
        </a:bodyPr>
        <a:lstStyle/>
        <a:p>
          <a:pPr marL="0" lvl="0" indent="0" algn="l" defTabSz="933450">
            <a:lnSpc>
              <a:spcPct val="90000"/>
            </a:lnSpc>
            <a:spcBef>
              <a:spcPct val="0"/>
            </a:spcBef>
            <a:spcAft>
              <a:spcPct val="35000"/>
            </a:spcAft>
            <a:buNone/>
          </a:pPr>
          <a:r>
            <a:rPr lang="en-US" sz="2100" b="0" i="0" kern="1200" baseline="0" dirty="0"/>
            <a:t>Minden </a:t>
          </a:r>
          <a:r>
            <a:rPr lang="en-US" sz="2100" b="0" i="0" kern="1200" baseline="0" dirty="0" err="1"/>
            <a:t>város</a:t>
          </a:r>
          <a:r>
            <a:rPr lang="en-US" sz="2100" b="0" i="0" kern="1200" baseline="0" dirty="0"/>
            <a:t> </a:t>
          </a:r>
          <a:r>
            <a:rPr lang="en-US" sz="2100" b="0" i="0" kern="1200" baseline="0" dirty="0" err="1"/>
            <a:t>saját</a:t>
          </a:r>
          <a:r>
            <a:rPr lang="en-US" sz="2100" b="0" i="0" kern="1200" baseline="0" dirty="0"/>
            <a:t> </a:t>
          </a:r>
          <a:r>
            <a:rPr lang="en-US" sz="2100" b="0" i="0" kern="1200" baseline="0" dirty="0" err="1"/>
            <a:t>alhálózaton</a:t>
          </a:r>
          <a:endParaRPr lang="en-US" sz="2100" kern="1200" dirty="0"/>
        </a:p>
      </dsp:txBody>
      <dsp:txXfrm>
        <a:off x="198" y="1035383"/>
        <a:ext cx="2397363" cy="1553074"/>
      </dsp:txXfrm>
    </dsp:sp>
    <dsp:sp modelId="{95FE7BD5-C1E2-4111-89E1-DD274CB9501C}">
      <dsp:nvSpPr>
        <dsp:cNvPr id="0" name=""/>
        <dsp:cNvSpPr/>
      </dsp:nvSpPr>
      <dsp:spPr>
        <a:xfrm>
          <a:off x="198" y="0"/>
          <a:ext cx="2397363" cy="1035383"/>
        </a:xfrm>
        <a:prstGeom prst="rect">
          <a:avLst/>
        </a:prstGeom>
        <a:noFill/>
        <a:ln w="12700" cap="flat" cmpd="sng" algn="ctr">
          <a:noFill/>
          <a:prstDash val="solid"/>
          <a:miter lim="800000"/>
        </a:ln>
        <a:effectLst/>
        <a:sp3d/>
      </dsp:spPr>
      <dsp:style>
        <a:lnRef idx="1">
          <a:scrgbClr r="0" g="0" b="0"/>
        </a:lnRef>
        <a:fillRef idx="3">
          <a:scrgbClr r="0" g="0" b="0"/>
        </a:fillRef>
        <a:effectRef idx="2">
          <a:scrgbClr r="0" g="0" b="0"/>
        </a:effectRef>
        <a:fontRef idx="minor">
          <a:schemeClr val="lt1"/>
        </a:fontRef>
      </dsp:style>
      <dsp:txBody>
        <a:bodyPr spcFirstLastPara="0" vert="horz" wrap="square" lIns="236806" tIns="165100" rIns="236806" bIns="165100" numCol="1" spcCol="1270" anchor="ctr" anchorCtr="0">
          <a:noAutofit/>
        </a:bodyPr>
        <a:lstStyle/>
        <a:p>
          <a:pPr marL="0" lvl="0" indent="0" algn="l" defTabSz="2222500">
            <a:lnSpc>
              <a:spcPct val="90000"/>
            </a:lnSpc>
            <a:spcBef>
              <a:spcPct val="0"/>
            </a:spcBef>
            <a:spcAft>
              <a:spcPct val="35000"/>
            </a:spcAft>
            <a:buNone/>
          </a:pPr>
          <a:r>
            <a:rPr lang="en-US" sz="5000" kern="1200"/>
            <a:t>01</a:t>
          </a:r>
        </a:p>
      </dsp:txBody>
      <dsp:txXfrm>
        <a:off x="198" y="0"/>
        <a:ext cx="2397363" cy="1035383"/>
      </dsp:txXfrm>
    </dsp:sp>
    <dsp:sp modelId="{5D2FF57A-15F6-4657-8AF3-1A8A38C2300D}">
      <dsp:nvSpPr>
        <dsp:cNvPr id="0" name=""/>
        <dsp:cNvSpPr/>
      </dsp:nvSpPr>
      <dsp:spPr>
        <a:xfrm>
          <a:off x="2589351" y="0"/>
          <a:ext cx="2397363" cy="258845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236806" tIns="0" rIns="236806" bIns="330200" numCol="1" spcCol="1270" anchor="t" anchorCtr="0">
          <a:noAutofit/>
        </a:bodyPr>
        <a:lstStyle/>
        <a:p>
          <a:pPr marL="0" lvl="0" indent="0" algn="l" defTabSz="933450">
            <a:lnSpc>
              <a:spcPct val="90000"/>
            </a:lnSpc>
            <a:spcBef>
              <a:spcPct val="0"/>
            </a:spcBef>
            <a:spcAft>
              <a:spcPct val="35000"/>
            </a:spcAft>
            <a:buNone/>
          </a:pPr>
          <a:r>
            <a:rPr lang="en-US" sz="2100" b="0" i="0" kern="1200" baseline="0"/>
            <a:t>Redundáns, biztonságos hálózati felépítés</a:t>
          </a:r>
          <a:endParaRPr lang="en-US" sz="2100" kern="1200"/>
        </a:p>
      </dsp:txBody>
      <dsp:txXfrm>
        <a:off x="2589351" y="1035383"/>
        <a:ext cx="2397363" cy="1553074"/>
      </dsp:txXfrm>
    </dsp:sp>
    <dsp:sp modelId="{54020DF4-69FC-45BF-822E-C214527AB6A1}">
      <dsp:nvSpPr>
        <dsp:cNvPr id="0" name=""/>
        <dsp:cNvSpPr/>
      </dsp:nvSpPr>
      <dsp:spPr>
        <a:xfrm>
          <a:off x="2589351" y="0"/>
          <a:ext cx="2397363" cy="1035383"/>
        </a:xfrm>
        <a:prstGeom prst="rect">
          <a:avLst/>
        </a:prstGeom>
        <a:noFill/>
        <a:ln w="12700" cap="flat" cmpd="sng" algn="ctr">
          <a:noFill/>
          <a:prstDash val="solid"/>
          <a:miter lim="800000"/>
        </a:ln>
        <a:effectLst/>
        <a:sp3d/>
      </dsp:spPr>
      <dsp:style>
        <a:lnRef idx="1">
          <a:scrgbClr r="0" g="0" b="0"/>
        </a:lnRef>
        <a:fillRef idx="3">
          <a:scrgbClr r="0" g="0" b="0"/>
        </a:fillRef>
        <a:effectRef idx="2">
          <a:scrgbClr r="0" g="0" b="0"/>
        </a:effectRef>
        <a:fontRef idx="minor">
          <a:schemeClr val="lt1"/>
        </a:fontRef>
      </dsp:style>
      <dsp:txBody>
        <a:bodyPr spcFirstLastPara="0" vert="horz" wrap="square" lIns="236806" tIns="165100" rIns="236806" bIns="165100" numCol="1" spcCol="1270" anchor="ctr" anchorCtr="0">
          <a:noAutofit/>
        </a:bodyPr>
        <a:lstStyle/>
        <a:p>
          <a:pPr marL="0" lvl="0" indent="0" algn="l" defTabSz="2222500">
            <a:lnSpc>
              <a:spcPct val="90000"/>
            </a:lnSpc>
            <a:spcBef>
              <a:spcPct val="0"/>
            </a:spcBef>
            <a:spcAft>
              <a:spcPct val="35000"/>
            </a:spcAft>
            <a:buNone/>
          </a:pPr>
          <a:r>
            <a:rPr lang="en-US" sz="5000" kern="1200"/>
            <a:t>02</a:t>
          </a:r>
        </a:p>
      </dsp:txBody>
      <dsp:txXfrm>
        <a:off x="2589351" y="0"/>
        <a:ext cx="2397363" cy="1035383"/>
      </dsp:txXfrm>
    </dsp:sp>
    <dsp:sp modelId="{FC03230E-8814-4756-9E10-B28BF0E71212}">
      <dsp:nvSpPr>
        <dsp:cNvPr id="0" name=""/>
        <dsp:cNvSpPr/>
      </dsp:nvSpPr>
      <dsp:spPr>
        <a:xfrm>
          <a:off x="5178503" y="0"/>
          <a:ext cx="2397363" cy="258845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236806" tIns="0" rIns="236806" bIns="330200" numCol="1" spcCol="1270" anchor="t" anchorCtr="0">
          <a:noAutofit/>
        </a:bodyPr>
        <a:lstStyle/>
        <a:p>
          <a:pPr marL="0" lvl="0" indent="0" algn="l" defTabSz="933450">
            <a:lnSpc>
              <a:spcPct val="90000"/>
            </a:lnSpc>
            <a:spcBef>
              <a:spcPct val="0"/>
            </a:spcBef>
            <a:spcAft>
              <a:spcPct val="35000"/>
            </a:spcAft>
            <a:buNone/>
          </a:pPr>
          <a:r>
            <a:rPr lang="en-US" sz="2100" b="0" i="0" kern="1200" baseline="0"/>
            <a:t>Egységes DNS, logikus IP struktúra</a:t>
          </a:r>
          <a:endParaRPr lang="en-US" sz="2100" kern="1200"/>
        </a:p>
      </dsp:txBody>
      <dsp:txXfrm>
        <a:off x="5178503" y="1035383"/>
        <a:ext cx="2397363" cy="1553074"/>
      </dsp:txXfrm>
    </dsp:sp>
    <dsp:sp modelId="{E861108A-FEE7-4133-A33B-4176CCD807C4}">
      <dsp:nvSpPr>
        <dsp:cNvPr id="0" name=""/>
        <dsp:cNvSpPr/>
      </dsp:nvSpPr>
      <dsp:spPr>
        <a:xfrm>
          <a:off x="5178503" y="0"/>
          <a:ext cx="2397363" cy="1035383"/>
        </a:xfrm>
        <a:prstGeom prst="rect">
          <a:avLst/>
        </a:prstGeom>
        <a:noFill/>
        <a:ln w="12700" cap="flat" cmpd="sng" algn="ctr">
          <a:noFill/>
          <a:prstDash val="solid"/>
          <a:miter lim="800000"/>
        </a:ln>
        <a:effectLst/>
        <a:sp3d/>
      </dsp:spPr>
      <dsp:style>
        <a:lnRef idx="1">
          <a:scrgbClr r="0" g="0" b="0"/>
        </a:lnRef>
        <a:fillRef idx="3">
          <a:scrgbClr r="0" g="0" b="0"/>
        </a:fillRef>
        <a:effectRef idx="2">
          <a:scrgbClr r="0" g="0" b="0"/>
        </a:effectRef>
        <a:fontRef idx="minor">
          <a:schemeClr val="lt1"/>
        </a:fontRef>
      </dsp:style>
      <dsp:txBody>
        <a:bodyPr spcFirstLastPara="0" vert="horz" wrap="square" lIns="236806" tIns="165100" rIns="236806" bIns="165100" numCol="1" spcCol="1270" anchor="ctr" anchorCtr="0">
          <a:noAutofit/>
        </a:bodyPr>
        <a:lstStyle/>
        <a:p>
          <a:pPr marL="0" lvl="0" indent="0" algn="l" defTabSz="2222500">
            <a:lnSpc>
              <a:spcPct val="90000"/>
            </a:lnSpc>
            <a:spcBef>
              <a:spcPct val="0"/>
            </a:spcBef>
            <a:spcAft>
              <a:spcPct val="35000"/>
            </a:spcAft>
            <a:buNone/>
          </a:pPr>
          <a:r>
            <a:rPr lang="en-US" sz="5000" kern="1200"/>
            <a:t>03</a:t>
          </a:r>
        </a:p>
      </dsp:txBody>
      <dsp:txXfrm>
        <a:off x="5178503" y="0"/>
        <a:ext cx="2397363" cy="1035383"/>
      </dsp:txXfrm>
    </dsp:sp>
    <dsp:sp modelId="{D23A47F1-F1E0-4BFC-A100-9BF15E7D72AD}">
      <dsp:nvSpPr>
        <dsp:cNvPr id="0" name=""/>
        <dsp:cNvSpPr/>
      </dsp:nvSpPr>
      <dsp:spPr>
        <a:xfrm>
          <a:off x="7767656" y="0"/>
          <a:ext cx="2397363" cy="2588458"/>
        </a:xfrm>
        <a:prstGeom prst="rect">
          <a:avLst/>
        </a:prstGeom>
        <a:gradFill rotWithShape="0">
          <a:gsLst>
            <a:gs pos="0">
              <a:schemeClr val="dk2">
                <a:hueOff val="0"/>
                <a:satOff val="0"/>
                <a:lumOff val="0"/>
                <a:alphaOff val="0"/>
                <a:satMod val="103000"/>
                <a:lumMod val="102000"/>
                <a:tint val="94000"/>
              </a:schemeClr>
            </a:gs>
            <a:gs pos="50000">
              <a:schemeClr val="dk2">
                <a:hueOff val="0"/>
                <a:satOff val="0"/>
                <a:lumOff val="0"/>
                <a:alphaOff val="0"/>
                <a:satMod val="110000"/>
                <a:lumMod val="100000"/>
                <a:shade val="100000"/>
              </a:schemeClr>
            </a:gs>
            <a:gs pos="100000">
              <a:schemeClr val="dk2">
                <a:hueOff val="0"/>
                <a:satOff val="0"/>
                <a:lumOff val="0"/>
                <a:alphaOff val="0"/>
                <a:lumMod val="99000"/>
                <a:satMod val="120000"/>
                <a:shade val="78000"/>
              </a:schemeClr>
            </a:gs>
          </a:gsLst>
          <a:lin ang="5400000" scaled="0"/>
        </a:gradFill>
        <a:ln w="12700" cap="flat" cmpd="sng" algn="ctr">
          <a:solidFill>
            <a:schemeClr val="dk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txBody>
        <a:bodyPr spcFirstLastPara="0" vert="horz" wrap="square" lIns="236806" tIns="0" rIns="236806" bIns="330200" numCol="1" spcCol="1270" anchor="t" anchorCtr="0">
          <a:noAutofit/>
        </a:bodyPr>
        <a:lstStyle/>
        <a:p>
          <a:pPr marL="0" lvl="0" indent="0" algn="l" defTabSz="933450">
            <a:lnSpc>
              <a:spcPct val="90000"/>
            </a:lnSpc>
            <a:spcBef>
              <a:spcPct val="0"/>
            </a:spcBef>
            <a:spcAft>
              <a:spcPct val="35000"/>
            </a:spcAft>
            <a:buNone/>
          </a:pPr>
          <a:r>
            <a:rPr lang="en-US" sz="2100" b="0" i="0" kern="1200" baseline="0"/>
            <a:t>Stabil kapcsolat a kaszinók között</a:t>
          </a:r>
          <a:endParaRPr lang="en-US" sz="2100" kern="1200"/>
        </a:p>
      </dsp:txBody>
      <dsp:txXfrm>
        <a:off x="7767656" y="1035383"/>
        <a:ext cx="2397363" cy="1553074"/>
      </dsp:txXfrm>
    </dsp:sp>
    <dsp:sp modelId="{485C6E07-9D68-4605-9FAF-356541887627}">
      <dsp:nvSpPr>
        <dsp:cNvPr id="0" name=""/>
        <dsp:cNvSpPr/>
      </dsp:nvSpPr>
      <dsp:spPr>
        <a:xfrm>
          <a:off x="7767656" y="0"/>
          <a:ext cx="2397363" cy="1035383"/>
        </a:xfrm>
        <a:prstGeom prst="rect">
          <a:avLst/>
        </a:prstGeom>
        <a:noFill/>
        <a:ln w="12700" cap="flat" cmpd="sng" algn="ctr">
          <a:noFill/>
          <a:prstDash val="solid"/>
          <a:miter lim="800000"/>
        </a:ln>
        <a:effectLst/>
        <a:sp3d/>
      </dsp:spPr>
      <dsp:style>
        <a:lnRef idx="1">
          <a:scrgbClr r="0" g="0" b="0"/>
        </a:lnRef>
        <a:fillRef idx="3">
          <a:scrgbClr r="0" g="0" b="0"/>
        </a:fillRef>
        <a:effectRef idx="2">
          <a:scrgbClr r="0" g="0" b="0"/>
        </a:effectRef>
        <a:fontRef idx="minor">
          <a:schemeClr val="lt1"/>
        </a:fontRef>
      </dsp:style>
      <dsp:txBody>
        <a:bodyPr spcFirstLastPara="0" vert="horz" wrap="square" lIns="236806" tIns="165100" rIns="236806" bIns="165100" numCol="1" spcCol="1270" anchor="ctr" anchorCtr="0">
          <a:noAutofit/>
        </a:bodyPr>
        <a:lstStyle/>
        <a:p>
          <a:pPr marL="0" lvl="0" indent="0" algn="l" defTabSz="2222500">
            <a:lnSpc>
              <a:spcPct val="90000"/>
            </a:lnSpc>
            <a:spcBef>
              <a:spcPct val="0"/>
            </a:spcBef>
            <a:spcAft>
              <a:spcPct val="35000"/>
            </a:spcAft>
            <a:buNone/>
          </a:pPr>
          <a:r>
            <a:rPr lang="en-US" sz="5000" kern="1200"/>
            <a:t>04</a:t>
          </a:r>
        </a:p>
      </dsp:txBody>
      <dsp:txXfrm>
        <a:off x="7767656" y="0"/>
        <a:ext cx="2397363" cy="1035383"/>
      </dsp:txXfrm>
    </dsp:sp>
  </dsp:spTree>
</dsp:drawing>
</file>

<file path=ppt/diagrams/layout1.xml><?xml version="1.0" encoding="utf-8"?>
<dgm:layoutDef xmlns:dgm="http://schemas.openxmlformats.org/drawingml/2006/diagram" xmlns:a="http://schemas.openxmlformats.org/drawingml/2006/main" uniqueId="urn:microsoft.com/office/officeart/2005/8/layout/vProcess5">
  <dgm:title val=""/>
  <dgm:desc val=""/>
  <dgm:catLst>
    <dgm:cat type="process" pri="14000"/>
  </dgm:catLst>
  <dgm:sampData>
    <dgm:dataModel>
      <dgm:ptLst>
        <dgm:pt modelId="0" type="doc"/>
        <dgm:pt modelId="1">
          <dgm:prSet phldr="1"/>
        </dgm:pt>
        <dgm:pt modelId="2">
          <dgm:prSet phldr="1"/>
        </dgm:pt>
        <dgm:pt modelId="3">
          <dgm:prSet phldr="1"/>
        </dgm:pt>
      </dgm:ptLst>
      <dgm:cxnLst>
        <dgm:cxn modelId="5" srcId="0" destId="1" srcOrd="0" destOrd="0"/>
        <dgm:cxn modelId="6" srcId="0" destId="2" srcOrd="1" destOrd="0"/>
        <dgm:cxn modelId="7" srcId="0" destId="3" srcOrd="2"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6" srcId="0" destId="1" srcOrd="0" destOrd="0"/>
        <dgm:cxn modelId="7" srcId="0" destId="2" srcOrd="1" destOrd="0"/>
        <dgm:cxn modelId="8" srcId="0" destId="3" srcOrd="2" destOrd="0"/>
        <dgm:cxn modelId="9" srcId="0" destId="4" srcOrd="3" destOrd="0"/>
      </dgm:cxnLst>
      <dgm:bg/>
      <dgm:whole/>
    </dgm:dataModel>
  </dgm:clrData>
  <dgm:layoutNode name="outerComposite">
    <dgm:varLst>
      <dgm:chMax val="5"/>
      <dgm:dir/>
      <dgm:resizeHandles val="exact"/>
    </dgm:varLst>
    <dgm:alg type="composite"/>
    <dgm:shape xmlns:r="http://schemas.openxmlformats.org/officeDocument/2006/relationships" r:blip="">
      <dgm:adjLst/>
    </dgm:shape>
    <dgm:presOf/>
    <dgm:choose name="Name0">
      <dgm:if name="Name1" func="var" arg="dir" op="equ" val="norm">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l" for="ch" forName="TwoNodes_1"/>
          <dgm:constr type="w" for="ch" forName="TwoNodes_2" refType="w" fact="0.85"/>
          <dgm:constr type="h" for="ch" forName="TwoNodes_2" refType="h" fact="0.45"/>
          <dgm:constr type="b" for="ch" forName="TwoNodes_2" refType="h"/>
          <dgm:constr type="r" for="ch" forName="TwoNodes_2" refType="w"/>
          <dgm:constr type="w" for="ch" forName="TwoConn_1-2" refType="h" refFor="ch" refForName="TwoNodes_1" fact="0.65"/>
          <dgm:constr type="h" for="ch" forName="TwoConn_1-2" refType="h" refFor="ch" refForName="TwoNodes_1" fact="0.65"/>
          <dgm:constr type="ctrY" for="ch" forName="TwoConn_1-2" refType="h" fact="0.5"/>
          <dgm:constr type="r" for="ch" forName="TwoConn_1-2" refType="r" refFor="ch" refForName="TwoNodes_1"/>
          <dgm:constr type="r" for="ch" forName="TwoNodes_1_text" refType="l" refFor="ch" refForName="TwoConn_1-2"/>
          <dgm:constr type="rOff" for="ch" forName="TwoNodes_1_text" refType="w" refFor="ch" refForName="TwoConn_1-2" fact="-0.5"/>
          <dgm:constr type="t" for="ch" forName="TwoNodes_1_text" refType="t" refFor="ch" refForName="TwoNodes_1"/>
          <dgm:constr type="b" for="ch" forName="TwoNodes_1_text" refType="b" refFor="ch" refForName="TwoNodes_1"/>
          <dgm:constr type="l" for="ch" forName="TwoNodes_1_text" refType="l" refFor="ch" refForName="TwoNodes_1"/>
          <dgm:constr type="r" for="ch" forName="TwoNodes_2_text" refType="l" refFor="ch" refForName="TwoConn_1-2"/>
          <dgm:constr type="t" for="ch" forName="TwoNodes_2_text" refType="t" refFor="ch" refForName="TwoNodes_2"/>
          <dgm:constr type="b" for="ch" forName="TwoNodes_2_text" refType="b" refFor="ch" refForName="TwoNodes_2"/>
          <dgm:constr type="l" for="ch" forName="TwoNodes_2_text" refType="l" refFor="ch" refForName="TwoNodes_2"/>
          <dgm:constr type="w" for="ch" forName="ThreeNodes_1" refType="w" fact="0.85"/>
          <dgm:constr type="h" for="ch" forName="ThreeNodes_1" refType="h" fact="0.3"/>
          <dgm:constr type="t" for="ch" forName="ThreeNodes_1"/>
          <dgm:constr type="l" for="ch" forName="ThreeNodes_1"/>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r" for="ch" forName="ThreeNodes_3" refType="w"/>
          <dgm:constr type="w" for="ch" forName="ThreeConn_1-2" refType="h" refFor="ch" refForName="ThreeNodes_1" fact="0.65"/>
          <dgm:constr type="h" for="ch" forName="ThreeConn_1-2" refType="h" refFor="ch" refForName="ThreeNodes_1" fact="0.65"/>
          <dgm:constr type="ctrY" for="ch" forName="ThreeConn_1-2" refType="h" fact="0.325"/>
          <dgm:constr type="r" for="ch" forName="ThreeConn_1-2" refType="r"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r" for="ch" forName="ThreeConn_2-3" refType="r" refFor="ch" refForName="ThreeNodes_2"/>
          <dgm:constr type="r" for="ch" forName="ThreeNodes_1_text" refType="l" refFor="ch" refForName="ThreeConn_1-2"/>
          <dgm:constr type="rOff" for="ch" forName="ThreeNodes_1_text" refType="w" refFor="ch" refForName="ThreeConn_1-2" fact="-0.57"/>
          <dgm:constr type="t" for="ch" forName="ThreeNodes_1_text" refType="t" refFor="ch" refForName="ThreeNodes_1"/>
          <dgm:constr type="b" for="ch" forName="ThreeNodes_1_text" refType="b" refFor="ch" refForName="ThreeNodes_1"/>
          <dgm:constr type="l" for="ch" forName="ThreeNodes_1_text" refType="l" refFor="ch" refForName="ThreeNodes_1"/>
          <dgm:constr type="r" for="ch" forName="ThreeNodes_2_text" refType="l" refFor="ch" refForName="ThreeConn_1-2"/>
          <dgm:constr type="t" for="ch" forName="ThreeNodes_2_text" refType="t" refFor="ch" refForName="ThreeNodes_2"/>
          <dgm:constr type="b" for="ch" forName="ThreeNodes_2_text" refType="b" refFor="ch" refForName="ThreeNodes_2"/>
          <dgm:constr type="l" for="ch" forName="ThreeNodes_2_text" refType="l" refFor="ch" refForName="ThreeNodes_2"/>
          <dgm:constr type="r" for="ch" forName="ThreeNodes_3_text" refType="l" refFor="ch" refForName="ThreeConn_2-3"/>
          <dgm:constr type="t" for="ch" forName="ThreeNodes_3_text" refType="t" refFor="ch" refForName="ThreeNodes_3"/>
          <dgm:constr type="b" for="ch" forName="ThreeNodes_3_text" refType="b" refFor="ch" refForName="ThreeNodes_3"/>
          <dgm:constr type="l" for="ch" forName="ThreeNodes_3_text" refType="l" refFor="ch" refForName="ThreeNodes_3"/>
          <dgm:constr type="w" for="ch" forName="FourNodes_1" refType="w" fact="0.8"/>
          <dgm:constr type="h" for="ch" forName="FourNodes_1" refType="h" fact="0.22"/>
          <dgm:constr type="t" for="ch" forName="FourNodes_1"/>
          <dgm:constr type="l" for="ch" forName="FourNodes_1"/>
          <dgm:constr type="w" for="ch" forName="FourNodes_2" refType="w" fact="0.8"/>
          <dgm:constr type="h" for="ch" forName="FourNodes_2" refType="h" fact="0.22"/>
          <dgm:constr type="ctrY" for="ch" forName="FourNodes_2" refType="h" fact="0.37"/>
          <dgm:constr type="ctrX" for="ch" forName="FourNodes_2" refType="w" fact="0.467"/>
          <dgm:constr type="w" for="ch" forName="FourNodes_3" refType="w" fact="0.8"/>
          <dgm:constr type="h" for="ch" forName="FourNodes_3" refType="h" fact="0.22"/>
          <dgm:constr type="ctrY" for="ch" forName="FourNodes_3" refType="h" fact="0.63"/>
          <dgm:constr type="ctrX" for="ch" forName="FourNodes_3" refType="w" fact="0.533"/>
          <dgm:constr type="w" for="ch" forName="FourNodes_4" refType="w" fact="0.8"/>
          <dgm:constr type="h" for="ch" forName="FourNodes_4" refType="h" fact="0.22"/>
          <dgm:constr type="b" for="ch" forName="FourNodes_4" refType="h"/>
          <dgm:constr type="r" for="ch" forName="FourNodes_4" refType="w"/>
          <dgm:constr type="w" for="ch" forName="FourConn_1-2" refType="h" refFor="ch" refForName="FourNodes_1" fact="0.65"/>
          <dgm:constr type="h" for="ch" forName="FourConn_1-2" refType="h" refFor="ch" refForName="FourNodes_1" fact="0.65"/>
          <dgm:constr type="ctrY" for="ch" forName="FourConn_1-2" refType="h" fact="0.24"/>
          <dgm:constr type="r" for="ch" forName="FourConn_1-2" refType="r"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r" for="ch" forName="FourConn_2-3" refType="r"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r" for="ch" forName="FourConn_3-4" refType="r" refFor="ch" refForName="FourNodes_3"/>
          <dgm:constr type="r" for="ch" forName="FourNodes_1_text" refType="l" refFor="ch" refForName="FourConn_1-2"/>
          <dgm:constr type="rOff" for="ch" forName="FourNodes_1_text" refType="w" refFor="ch" refForName="FourConn_1-2" fact="-0.7"/>
          <dgm:constr type="t" for="ch" forName="FourNodes_1_text" refType="t" refFor="ch" refForName="FourNodes_1"/>
          <dgm:constr type="b" for="ch" forName="FourNodes_1_text" refType="b" refFor="ch" refForName="FourNodes_1"/>
          <dgm:constr type="l" for="ch" forName="FourNodes_1_text" refType="l" refFor="ch" refForName="FourNodes_1"/>
          <dgm:constr type="r" for="ch" forName="FourNodes_2_text" refType="l" refFor="ch" refForName="FourConn_1-2"/>
          <dgm:constr type="t" for="ch" forName="FourNodes_2_text" refType="t" refFor="ch" refForName="FourNodes_2"/>
          <dgm:constr type="b" for="ch" forName="FourNodes_2_text" refType="b" refFor="ch" refForName="FourNodes_2"/>
          <dgm:constr type="l" for="ch" forName="FourNodes_2_text" refType="l" refFor="ch" refForName="FourNodes_2"/>
          <dgm:constr type="r" for="ch" forName="FourNodes_3_text" refType="l" refFor="ch" refForName="FourConn_2-3"/>
          <dgm:constr type="t" for="ch" forName="FourNodes_3_text" refType="t" refFor="ch" refForName="FourNodes_3"/>
          <dgm:constr type="b" for="ch" forName="FourNodes_3_text" refType="b" refFor="ch" refForName="FourNodes_3"/>
          <dgm:constr type="l" for="ch" forName="FourNodes_3_text" refType="l" refFor="ch" refForName="FourNodes_3"/>
          <dgm:constr type="r" for="ch" forName="FourNodes_4_text" refType="l" refFor="ch" refForName="FourConn_3-4"/>
          <dgm:constr type="t" for="ch" forName="FourNodes_4_text" refType="t" refFor="ch" refForName="FourNodes_4"/>
          <dgm:constr type="b" for="ch" forName="FourNodes_4_text" refType="b" refFor="ch" refForName="FourNodes_4"/>
          <dgm:constr type="l" for="ch" forName="FourNodes_4_text" refType="l" refFor="ch" refForName="FourNodes_4"/>
          <dgm:constr type="w" for="ch" forName="FiveNodes_1" refType="w" fact="0.77"/>
          <dgm:constr type="h" for="ch" forName="FiveNodes_1" refType="h" fact="0.18"/>
          <dgm:constr type="t" for="ch" forName="FiveNodes_1"/>
          <dgm:constr type="l" for="ch" forName="FiveNodes_1"/>
          <dgm:constr type="w" for="ch" forName="FiveNodes_2" refType="w" fact="0.77"/>
          <dgm:constr type="h" for="ch" forName="FiveNodes_2" refType="h" fact="0.18"/>
          <dgm:constr type="ctrY" for="ch" forName="FiveNodes_2" refType="h" fact="0.295"/>
          <dgm:constr type="ctrX" for="ch" forName="FiveNodes_2" refType="w" fact="0.442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5575"/>
          <dgm:constr type="w" for="ch" forName="FiveNodes_5" refType="w" fact="0.77"/>
          <dgm:constr type="h" for="ch" forName="FiveNodes_5" refType="h" fact="0.18"/>
          <dgm:constr type="b" for="ch" forName="FiveNodes_5" refType="h"/>
          <dgm:constr type="r" for="ch" forName="FiveNodes_5" refType="w"/>
          <dgm:constr type="w" for="ch" forName="FiveConn_1-2" refType="h" refFor="ch" refForName="FiveNodes_1" fact="0.65"/>
          <dgm:constr type="h" for="ch" forName="FiveConn_1-2" refType="h" refFor="ch" refForName="FiveNodes_1" fact="0.65"/>
          <dgm:constr type="ctrY" for="ch" forName="FiveConn_1-2" refType="h" fact="0.19"/>
          <dgm:constr type="r" for="ch" forName="FiveConn_1-2" refType="r"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r" for="ch" forName="FiveConn_2-3" refType="r"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r" for="ch" forName="FiveConn_3-4" refType="r"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r" for="ch" forName="FiveConn_4-5" refType="r" refFor="ch" refForName="FiveNodes_4"/>
          <dgm:constr type="r" for="ch" forName="FiveNodes_1_text" refType="l" refFor="ch" refForName="FiveConn_1-2"/>
          <dgm:constr type="rOff" for="ch" forName="FiveNodes_1_text" refType="w" refFor="ch" refForName="FiveConn_1-2" fact="-0.75"/>
          <dgm:constr type="t" for="ch" forName="FiveNodes_1_text" refType="t" refFor="ch" refForName="FiveNodes_1"/>
          <dgm:constr type="b" for="ch" forName="FiveNodes_1_text" refType="b" refFor="ch" refForName="FiveNodes_1"/>
          <dgm:constr type="l" for="ch" forName="FiveNodes_1_text" refType="l" refFor="ch" refForName="FiveNodes_1"/>
          <dgm:constr type="r" for="ch" forName="FiveNodes_2_text" refType="l" refFor="ch" refForName="FiveConn_1-2"/>
          <dgm:constr type="t" for="ch" forName="FiveNodes_2_text" refType="t" refFor="ch" refForName="FiveNodes_2"/>
          <dgm:constr type="b" for="ch" forName="FiveNodes_2_text" refType="b" refFor="ch" refForName="FiveNodes_2"/>
          <dgm:constr type="l" for="ch" forName="FiveNodes_2_text" refType="l" refFor="ch" refForName="FiveNodes_2"/>
          <dgm:constr type="r" for="ch" forName="FiveNodes_3_text" refType="l" refFor="ch" refForName="FiveConn_2-3"/>
          <dgm:constr type="t" for="ch" forName="FiveNodes_3_text" refType="t" refFor="ch" refForName="FiveNodes_3"/>
          <dgm:constr type="b" for="ch" forName="FiveNodes_3_text" refType="b" refFor="ch" refForName="FiveNodes_3"/>
          <dgm:constr type="l" for="ch" forName="FiveNodes_3_text" refType="l" refFor="ch" refForName="FiveNodes_3"/>
          <dgm:constr type="r" for="ch" forName="FiveNodes_4_text" refType="l" refFor="ch" refForName="FiveConn_3-4"/>
          <dgm:constr type="t" for="ch" forName="FiveNodes_4_text" refType="t" refFor="ch" refForName="FiveNodes_4"/>
          <dgm:constr type="b" for="ch" forName="FiveNodes_4_text" refType="b" refFor="ch" refForName="FiveNodes_4"/>
          <dgm:constr type="l" for="ch" forName="FiveNodes_4_text" refType="l" refFor="ch" refForName="FiveNodes_4"/>
          <dgm:constr type="r" for="ch" forName="FiveNodes_5_text" refType="l" refFor="ch" refForName="FiveConn_4-5"/>
          <dgm:constr type="t" for="ch" forName="FiveNodes_5_text" refType="t" refFor="ch" refForName="FiveNodes_5"/>
          <dgm:constr type="b" for="ch" forName="FiveNodes_5_text" refType="b" refFor="ch" refForName="FiveNodes_5"/>
          <dgm:constr type="l" for="ch" forName="FiveNodes_5_text" refType="l" refFor="ch" refForName="FiveNodes_5"/>
        </dgm:constrLst>
      </dgm:if>
      <dgm:else name="Name2">
        <dgm:constrLst>
          <dgm:constr type="primFontSz" for="ch" ptType="node" op="equ" val="65"/>
          <dgm:constr type="w" for="ch" forName="dummyMaxCanvas" refType="w"/>
          <dgm:constr type="h" for="ch" forName="dummyMaxCanvas" refType="h"/>
          <dgm:constr type="w" for="ch" forName="OneNode_1" refType="w"/>
          <dgm:constr type="h" for="ch" forName="OneNode_1" refType="h" fact="0.5"/>
          <dgm:constr type="ctrY" for="ch" forName="OneNode_1" refType="h" fact="0.5"/>
          <dgm:constr type="w" for="ch" forName="TwoNodes_1" refType="w" fact="0.85"/>
          <dgm:constr type="h" for="ch" forName="TwoNodes_1" refType="h" fact="0.45"/>
          <dgm:constr type="t" for="ch" forName="TwoNodes_1"/>
          <dgm:constr type="r" for="ch" forName="TwoNodes_1" refType="w"/>
          <dgm:constr type="w" for="ch" forName="TwoNodes_2" refType="w" fact="0.85"/>
          <dgm:constr type="h" for="ch" forName="TwoNodes_2" refType="h" fact="0.45"/>
          <dgm:constr type="b" for="ch" forName="TwoNodes_2" refType="h"/>
          <dgm:constr type="l" for="ch" forName="TwoNodes_2"/>
          <dgm:constr type="w" for="ch" forName="TwoConn_1-2" refType="h" refFor="ch" refForName="TwoNodes_1" fact="0.65"/>
          <dgm:constr type="h" for="ch" forName="TwoConn_1-2" refType="h" refFor="ch" refForName="TwoNodes_1" fact="0.65"/>
          <dgm:constr type="ctrY" for="ch" forName="TwoConn_1-2" refType="h" fact="0.5"/>
          <dgm:constr type="l" for="ch" forName="TwoConn_1-2" refType="l" refFor="ch" refForName="TwoNodes_1"/>
          <dgm:constr type="l" for="ch" forName="TwoNodes_1_text" refType="r" refFor="ch" refForName="TwoConn_1-2"/>
          <dgm:constr type="lOff" for="ch" forName="TwoNodes_1_text" refType="w" refFor="ch" refForName="TwoConn_1-2" fact="0.5"/>
          <dgm:constr type="t" for="ch" forName="TwoNodes_1_text" refType="t" refFor="ch" refForName="TwoNodes_1"/>
          <dgm:constr type="b" for="ch" forName="TwoNodes_1_text" refType="b" refFor="ch" refForName="TwoNodes_1"/>
          <dgm:constr type="r" for="ch" forName="TwoNodes_1_text" refType="r" refFor="ch" refForName="TwoNodes_1"/>
          <dgm:constr type="l" for="ch" forName="TwoNodes_2_text" refType="r" refFor="ch" refForName="TwoConn_1-2"/>
          <dgm:constr type="t" for="ch" forName="TwoNodes_2_text" refType="t" refFor="ch" refForName="TwoNodes_2"/>
          <dgm:constr type="b" for="ch" forName="TwoNodes_2_text" refType="b" refFor="ch" refForName="TwoNodes_2"/>
          <dgm:constr type="r" for="ch" forName="TwoNodes_2_text" refType="r" refFor="ch" refForName="TwoNodes_2"/>
          <dgm:constr type="w" for="ch" forName="ThreeNodes_1" refType="w" fact="0.85"/>
          <dgm:constr type="h" for="ch" forName="ThreeNodes_1" refType="h" fact="0.3"/>
          <dgm:constr type="t" for="ch" forName="ThreeNodes_1"/>
          <dgm:constr type="r" for="ch" forName="ThreeNodes_1" refType="w"/>
          <dgm:constr type="w" for="ch" forName="ThreeNodes_2" refType="w" fact="0.85"/>
          <dgm:constr type="h" for="ch" forName="ThreeNodes_2" refType="h" fact="0.3"/>
          <dgm:constr type="ctrY" for="ch" forName="ThreeNodes_2" refType="h" fact="0.5"/>
          <dgm:constr type="ctrX" for="ch" forName="ThreeNodes_2" refType="w" fact="0.5"/>
          <dgm:constr type="w" for="ch" forName="ThreeNodes_3" refType="w" fact="0.85"/>
          <dgm:constr type="h" for="ch" forName="ThreeNodes_3" refType="h" fact="0.3"/>
          <dgm:constr type="b" for="ch" forName="ThreeNodes_3" refType="h"/>
          <dgm:constr type="l" for="ch" forName="ThreeNodes_3"/>
          <dgm:constr type="w" for="ch" forName="ThreeConn_1-2" refType="h" refFor="ch" refForName="ThreeNodes_1" fact="0.65"/>
          <dgm:constr type="h" for="ch" forName="ThreeConn_1-2" refType="h" refFor="ch" refForName="ThreeNodes_1" fact="0.65"/>
          <dgm:constr type="ctrY" for="ch" forName="ThreeConn_1-2" refType="h" fact="0.325"/>
          <dgm:constr type="l" for="ch" forName="ThreeConn_1-2" refType="l" refFor="ch" refForName="ThreeNodes_1"/>
          <dgm:constr type="w" for="ch" forName="ThreeConn_2-3" refType="h" refFor="ch" refForName="ThreeNodes_2" fact="0.65"/>
          <dgm:constr type="h" for="ch" forName="ThreeConn_2-3" refType="h" refFor="ch" refForName="ThreeNodes_2" fact="0.65"/>
          <dgm:constr type="ctrY" for="ch" forName="ThreeConn_2-3" refType="h" fact="0.673"/>
          <dgm:constr type="l" for="ch" forName="ThreeConn_2-3" refType="l" refFor="ch" refForName="ThreeNodes_2"/>
          <dgm:constr type="l" for="ch" forName="ThreeNodes_1_text" refType="r" refFor="ch" refForName="ThreeConn_1-2"/>
          <dgm:constr type="lOff" for="ch" forName="ThreeNodes_1_text" refType="w" refFor="ch" refForName="ThreeConn_1-2" fact="0.55"/>
          <dgm:constr type="t" for="ch" forName="ThreeNodes_1_text" refType="t" refFor="ch" refForName="ThreeNodes_1"/>
          <dgm:constr type="b" for="ch" forName="ThreeNodes_1_text" refType="b" refFor="ch" refForName="ThreeNodes_1"/>
          <dgm:constr type="r" for="ch" forName="ThreeNodes_1_text" refType="r" refFor="ch" refForName="ThreeNodes_1"/>
          <dgm:constr type="l" for="ch" forName="ThreeNodes_2_text" refType="r" refFor="ch" refForName="ThreeConn_1-2"/>
          <dgm:constr type="t" for="ch" forName="ThreeNodes_2_text" refType="t" refFor="ch" refForName="ThreeNodes_2"/>
          <dgm:constr type="b" for="ch" forName="ThreeNodes_2_text" refType="b" refFor="ch" refForName="ThreeNodes_2"/>
          <dgm:constr type="r" for="ch" forName="ThreeNodes_2_text" refType="r" refFor="ch" refForName="ThreeNodes_2"/>
          <dgm:constr type="l" for="ch" forName="ThreeNodes_3_text" refType="r" refFor="ch" refForName="ThreeConn_2-3"/>
          <dgm:constr type="t" for="ch" forName="ThreeNodes_3_text" refType="t" refFor="ch" refForName="ThreeNodes_3"/>
          <dgm:constr type="b" for="ch" forName="ThreeNodes_3_text" refType="b" refFor="ch" refForName="ThreeNodes_3"/>
          <dgm:constr type="r" for="ch" forName="ThreeNodes_3_text" refType="r" refFor="ch" refForName="ThreeNodes_3"/>
          <dgm:constr type="w" for="ch" forName="FourNodes_1" refType="w" fact="0.8"/>
          <dgm:constr type="h" for="ch" forName="FourNodes_1" refType="h" fact="0.22"/>
          <dgm:constr type="t" for="ch" forName="FourNodes_1"/>
          <dgm:constr type="r" for="ch" forName="FourNodes_1" refType="w"/>
          <dgm:constr type="w" for="ch" forName="FourNodes_2" refType="w" fact="0.8"/>
          <dgm:constr type="h" for="ch" forName="FourNodes_2" refType="h" fact="0.22"/>
          <dgm:constr type="ctrY" for="ch" forName="FourNodes_2" refType="h" fact="0.37"/>
          <dgm:constr type="ctrX" for="ch" forName="FourNodes_2" refType="w" fact="0.533"/>
          <dgm:constr type="w" for="ch" forName="FourNodes_3" refType="w" fact="0.8"/>
          <dgm:constr type="h" for="ch" forName="FourNodes_3" refType="h" fact="0.22"/>
          <dgm:constr type="ctrY" for="ch" forName="FourNodes_3" refType="h" fact="0.63"/>
          <dgm:constr type="ctrX" for="ch" forName="FourNodes_3" refType="w" fact="0.467"/>
          <dgm:constr type="w" for="ch" forName="FourNodes_4" refType="w" fact="0.8"/>
          <dgm:constr type="h" for="ch" forName="FourNodes_4" refType="h" fact="0.22"/>
          <dgm:constr type="b" for="ch" forName="FourNodes_4" refType="h"/>
          <dgm:constr type="l" for="ch" forName="FourNodes_4"/>
          <dgm:constr type="w" for="ch" forName="FourConn_1-2" refType="h" refFor="ch" refForName="FourNodes_1" fact="0.65"/>
          <dgm:constr type="h" for="ch" forName="FourConn_1-2" refType="h" refFor="ch" refForName="FourNodes_1" fact="0.65"/>
          <dgm:constr type="ctrY" for="ch" forName="FourConn_1-2" refType="h" fact="0.24"/>
          <dgm:constr type="l" for="ch" forName="FourConn_1-2" refType="l" refFor="ch" refForName="FourNodes_1"/>
          <dgm:constr type="w" for="ch" forName="FourConn_2-3" refType="h" refFor="ch" refForName="FourNodes_2" fact="0.65"/>
          <dgm:constr type="h" for="ch" forName="FourConn_2-3" refType="h" refFor="ch" refForName="FourNodes_2" fact="0.65"/>
          <dgm:constr type="ctrY" for="ch" forName="FourConn_2-3" refType="h" fact="0.5"/>
          <dgm:constr type="l" for="ch" forName="FourConn_2-3" refType="l" refFor="ch" refForName="FourNodes_2"/>
          <dgm:constr type="w" for="ch" forName="FourConn_3-4" refType="h" refFor="ch" refForName="FourNodes_3" fact="0.65"/>
          <dgm:constr type="h" for="ch" forName="FourConn_3-4" refType="h" refFor="ch" refForName="FourNodes_3" fact="0.65"/>
          <dgm:constr type="ctrY" for="ch" forName="FourConn_3-4" refType="h" fact="0.76"/>
          <dgm:constr type="l" for="ch" forName="FourConn_3-4" refType="l" refFor="ch" refForName="FourNodes_3"/>
          <dgm:constr type="l" for="ch" forName="FourNodes_1_text" refType="r" refFor="ch" refForName="FourConn_1-2"/>
          <dgm:constr type="lOff" for="ch" forName="FourNodes_1_text" refType="w" refFor="ch" refForName="FourConn_1-2" fact="0.69"/>
          <dgm:constr type="t" for="ch" forName="FourNodes_1_text" refType="t" refFor="ch" refForName="FourNodes_1"/>
          <dgm:constr type="b" for="ch" forName="FourNodes_1_text" refType="b" refFor="ch" refForName="FourNodes_1"/>
          <dgm:constr type="r" for="ch" forName="FourNodes_1_text" refType="r" refFor="ch" refForName="FourNodes_1"/>
          <dgm:constr type="l" for="ch" forName="FourNodes_2_text" refType="r" refFor="ch" refForName="FourConn_1-2"/>
          <dgm:constr type="t" for="ch" forName="FourNodes_2_text" refType="t" refFor="ch" refForName="FourNodes_2"/>
          <dgm:constr type="b" for="ch" forName="FourNodes_2_text" refType="b" refFor="ch" refForName="FourNodes_2"/>
          <dgm:constr type="r" for="ch" forName="FourNodes_2_text" refType="r" refFor="ch" refForName="FourNodes_2"/>
          <dgm:constr type="l" for="ch" forName="FourNodes_3_text" refType="r" refFor="ch" refForName="FourConn_2-3"/>
          <dgm:constr type="t" for="ch" forName="FourNodes_3_text" refType="t" refFor="ch" refForName="FourNodes_3"/>
          <dgm:constr type="b" for="ch" forName="FourNodes_3_text" refType="b" refFor="ch" refForName="FourNodes_3"/>
          <dgm:constr type="r" for="ch" forName="FourNodes_3_text" refType="r" refFor="ch" refForName="FourNodes_3"/>
          <dgm:constr type="l" for="ch" forName="FourNodes_4_text" refType="r" refFor="ch" refForName="FourConn_3-4"/>
          <dgm:constr type="t" for="ch" forName="FourNodes_4_text" refType="t" refFor="ch" refForName="FourNodes_4"/>
          <dgm:constr type="b" for="ch" forName="FourNodes_4_text" refType="b" refFor="ch" refForName="FourNodes_4"/>
          <dgm:constr type="r" for="ch" forName="FourNodes_4_text" refType="r" refFor="ch" refForName="FourNodes_4"/>
          <dgm:constr type="w" for="ch" forName="FiveNodes_1" refType="w" fact="0.77"/>
          <dgm:constr type="h" for="ch" forName="FiveNodes_1" refType="h" fact="0.18"/>
          <dgm:constr type="t" for="ch" forName="FiveNodes_1"/>
          <dgm:constr type="r" for="ch" forName="FiveNodes_1" refType="w"/>
          <dgm:constr type="w" for="ch" forName="FiveNodes_2" refType="w" fact="0.77"/>
          <dgm:constr type="h" for="ch" forName="FiveNodes_2" refType="h" fact="0.18"/>
          <dgm:constr type="ctrY" for="ch" forName="FiveNodes_2" refType="h" fact="0.295"/>
          <dgm:constr type="ctrX" for="ch" forName="FiveNodes_2" refType="w" fact="0.5575"/>
          <dgm:constr type="w" for="ch" forName="FiveNodes_3" refType="w" fact="0.77"/>
          <dgm:constr type="h" for="ch" forName="FiveNodes_3" refType="h" fact="0.18"/>
          <dgm:constr type="ctrY" for="ch" forName="FiveNodes_3" refType="h" fact="0.5"/>
          <dgm:constr type="ctrX" for="ch" forName="FiveNodes_3" refType="w" fact="0.5"/>
          <dgm:constr type="w" for="ch" forName="FiveNodes_4" refType="w" fact="0.77"/>
          <dgm:constr type="h" for="ch" forName="FiveNodes_4" refType="h" fact="0.18"/>
          <dgm:constr type="ctrY" for="ch" forName="FiveNodes_4" refType="h" fact="0.705"/>
          <dgm:constr type="ctrX" for="ch" forName="FiveNodes_4" refType="w" fact="0.4425"/>
          <dgm:constr type="w" for="ch" forName="FiveNodes_5" refType="w" fact="0.77"/>
          <dgm:constr type="h" for="ch" forName="FiveNodes_5" refType="h" fact="0.18"/>
          <dgm:constr type="b" for="ch" forName="FiveNodes_5" refType="h"/>
          <dgm:constr type="l" for="ch" forName="FiveNodes_5"/>
          <dgm:constr type="w" for="ch" forName="FiveConn_1-2" refType="h" refFor="ch" refForName="FiveNodes_1" fact="0.65"/>
          <dgm:constr type="h" for="ch" forName="FiveConn_1-2" refType="h" refFor="ch" refForName="FiveNodes_1" fact="0.65"/>
          <dgm:constr type="ctrY" for="ch" forName="FiveConn_1-2" refType="h" fact="0.19"/>
          <dgm:constr type="l" for="ch" forName="FiveConn_1-2" refType="l" refFor="ch" refForName="FiveNodes_1"/>
          <dgm:constr type="w" for="ch" forName="FiveConn_2-3" refType="h" refFor="ch" refForName="FiveNodes_2" fact="0.65"/>
          <dgm:constr type="h" for="ch" forName="FiveConn_2-3" refType="h" refFor="ch" refForName="FiveNodes_2" fact="0.65"/>
          <dgm:constr type="ctrY" for="ch" forName="FiveConn_2-3" refType="h" fact="0.395"/>
          <dgm:constr type="l" for="ch" forName="FiveConn_2-3" refType="l" refFor="ch" refForName="FiveNodes_2"/>
          <dgm:constr type="w" for="ch" forName="FiveConn_3-4" refType="h" refFor="ch" refForName="FiveNodes_3" fact="0.65"/>
          <dgm:constr type="h" for="ch" forName="FiveConn_3-4" refType="h" refFor="ch" refForName="FiveNodes_3" fact="0.65"/>
          <dgm:constr type="ctrY" for="ch" forName="FiveConn_3-4" refType="h" fact="0.597"/>
          <dgm:constr type="l" for="ch" forName="FiveConn_3-4" refType="l" refFor="ch" refForName="FiveNodes_3"/>
          <dgm:constr type="w" for="ch" forName="FiveConn_4-5" refType="h" refFor="ch" refForName="FiveNodes_4" fact="0.65"/>
          <dgm:constr type="h" for="ch" forName="FiveConn_4-5" refType="h" refFor="ch" refForName="FiveNodes_4" fact="0.65"/>
          <dgm:constr type="ctrY" for="ch" forName="FiveConn_4-5" refType="h" fact="0.804"/>
          <dgm:constr type="l" for="ch" forName="FiveConn_4-5" refType="l" refFor="ch" refForName="FiveNodes_4"/>
          <dgm:constr type="l" for="ch" forName="FiveNodes_1_text" refType="r" refFor="ch" refForName="FiveConn_1-2"/>
          <dgm:constr type="lOff" for="ch" forName="FiveNodes_1_text" refType="w" refFor="ch" refForName="FiveConn_1-2" fact="0.73"/>
          <dgm:constr type="t" for="ch" forName="FiveNodes_1_text" refType="t" refFor="ch" refForName="FiveNodes_1"/>
          <dgm:constr type="b" for="ch" forName="FiveNodes_1_text" refType="b" refFor="ch" refForName="FiveNodes_1"/>
          <dgm:constr type="r" for="ch" forName="FiveNodes_1_text" refType="r" refFor="ch" refForName="FiveNodes_1"/>
          <dgm:constr type="l" for="ch" forName="FiveNodes_2_text" refType="r" refFor="ch" refForName="FiveConn_1-2"/>
          <dgm:constr type="t" for="ch" forName="FiveNodes_2_text" refType="t" refFor="ch" refForName="FiveNodes_2"/>
          <dgm:constr type="b" for="ch" forName="FiveNodes_2_text" refType="b" refFor="ch" refForName="FiveNodes_2"/>
          <dgm:constr type="r" for="ch" forName="FiveNodes_2_text" refType="r" refFor="ch" refForName="FiveNodes_2"/>
          <dgm:constr type="l" for="ch" forName="FiveNodes_3_text" refType="r" refFor="ch" refForName="FiveConn_2-3"/>
          <dgm:constr type="t" for="ch" forName="FiveNodes_3_text" refType="t" refFor="ch" refForName="FiveNodes_3"/>
          <dgm:constr type="b" for="ch" forName="FiveNodes_3_text" refType="b" refFor="ch" refForName="FiveNodes_3"/>
          <dgm:constr type="r" for="ch" forName="FiveNodes_3_text" refType="r" refFor="ch" refForName="FiveNodes_3"/>
          <dgm:constr type="l" for="ch" forName="FiveNodes_4_text" refType="r" refFor="ch" refForName="FiveConn_3-4"/>
          <dgm:constr type="t" for="ch" forName="FiveNodes_4_text" refType="t" refFor="ch" refForName="FiveNodes_4"/>
          <dgm:constr type="b" for="ch" forName="FiveNodes_4_text" refType="b" refFor="ch" refForName="FiveNodes_4"/>
          <dgm:constr type="r" for="ch" forName="FiveNodes_4_text" refType="r" refFor="ch" refForName="FiveNodes_4"/>
          <dgm:constr type="l" for="ch" forName="FiveNodes_5_text" refType="r" refFor="ch" refForName="FiveConn_4-5"/>
          <dgm:constr type="t" for="ch" forName="FiveNodes_5_text" refType="t" refFor="ch" refForName="FiveNodes_5"/>
          <dgm:constr type="b" for="ch" forName="FiveNodes_5_text" refType="b" refFor="ch" refForName="FiveNodes_5"/>
          <dgm:constr type="r" for="ch" forName="FiveNodes_5_text" refType="r" refFor="ch" refForName="FiveNodes_5"/>
        </dgm:constrLst>
      </dgm:else>
    </dgm:choose>
    <dgm:ruleLst/>
    <dgm:layoutNode name="dummyMaxCanvas">
      <dgm:varLst/>
      <dgm:alg type="sp"/>
      <dgm:shape xmlns:r="http://schemas.openxmlformats.org/officeDocument/2006/relationships" r:blip="">
        <dgm:adjLst/>
      </dgm:shape>
      <dgm:presOf/>
      <dgm:constrLst/>
      <dgm:ruleLst/>
    </dgm:layoutNode>
    <dgm:choose name="Name3">
      <dgm:if name="Name4" axis="ch" ptType="node" func="cnt" op="equ" val="1">
        <dgm:layoutNode name="OneNode_1">
          <dgm:varLst>
            <dgm:bulletEnabled val="1"/>
          </dgm:varLst>
          <dgm:alg type="tx"/>
          <dgm:shape xmlns:r="http://schemas.openxmlformats.org/officeDocument/2006/relationships" type="roundRect" r:blip="">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
        <dgm:choose name="Name6">
          <dgm:if name="Name7" axis="ch" ptType="node" func="cnt" op="equ" val="2">
            <dgm:layoutNode name="Two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wo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wo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wo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wo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
            <dgm:choose name="Name9">
              <dgm:if name="Name10" axis="ch" ptType="node" func="cnt" op="equ" val="3">
                <dgm:layoutNode name="Thre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Thre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Thre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Thre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Thre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Thre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1">
                <dgm:choose name="Name12">
                  <dgm:if name="Name13" axis="ch" ptType="node" func="cnt" op="equ" val="4">
                    <dgm:layoutNode name="Four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our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our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our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our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our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our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4">
                    <dgm:choose name="Name15">
                      <dgm:if name="Name16" axis="ch" ptType="node" func="cnt" op="gte" val="5">
                        <dgm:layoutNode name="FiveNodes_1">
                          <dgm:varLst>
                            <dgm:bulletEnabled val="1"/>
                          </dgm:varLst>
                          <dgm:alg type="sp"/>
                          <dgm:shape xmlns:r="http://schemas.openxmlformats.org/officeDocument/2006/relationships" type="roundRect" r:blip="">
                            <dgm:adjLst>
                              <dgm:adj idx="1" val="0.1"/>
                            </dgm:adjLst>
                          </dgm:shape>
                          <dgm:presOf axis="ch desOrSelf" ptType="node node" st="1 1" cnt="1 0"/>
                          <dgm:constrLst/>
                          <dgm:ruleLst/>
                        </dgm:layoutNode>
                        <dgm:layoutNode name="FiveNodes_2">
                          <dgm:varLst>
                            <dgm:bulletEnabled val="1"/>
                          </dgm:varLst>
                          <dgm:alg type="sp"/>
                          <dgm:shape xmlns:r="http://schemas.openxmlformats.org/officeDocument/2006/relationships" type="roundRect" r:blip="">
                            <dgm:adjLst>
                              <dgm:adj idx="1" val="0.1"/>
                            </dgm:adjLst>
                          </dgm:shape>
                          <dgm:presOf axis="ch desOrSelf" ptType="node node" st="2 1" cnt="1 0"/>
                          <dgm:constrLst/>
                          <dgm:ruleLst/>
                        </dgm:layoutNode>
                        <dgm:layoutNode name="FiveNodes_3">
                          <dgm:varLst>
                            <dgm:bulletEnabled val="1"/>
                          </dgm:varLst>
                          <dgm:alg type="sp"/>
                          <dgm:shape xmlns:r="http://schemas.openxmlformats.org/officeDocument/2006/relationships" type="roundRect" r:blip="">
                            <dgm:adjLst>
                              <dgm:adj idx="1" val="0.1"/>
                            </dgm:adjLst>
                          </dgm:shape>
                          <dgm:presOf axis="ch desOrSelf" ptType="node node" st="3 1" cnt="1 0"/>
                          <dgm:constrLst/>
                          <dgm:ruleLst/>
                        </dgm:layoutNode>
                        <dgm:layoutNode name="FiveNodes_4">
                          <dgm:varLst>
                            <dgm:bulletEnabled val="1"/>
                          </dgm:varLst>
                          <dgm:alg type="sp"/>
                          <dgm:shape xmlns:r="http://schemas.openxmlformats.org/officeDocument/2006/relationships" type="roundRect" r:blip="">
                            <dgm:adjLst>
                              <dgm:adj idx="1" val="0.1"/>
                            </dgm:adjLst>
                          </dgm:shape>
                          <dgm:presOf axis="ch desOrSelf" ptType="node node" st="4 1" cnt="1 0"/>
                          <dgm:constrLst/>
                          <dgm:ruleLst/>
                        </dgm:layoutNode>
                        <dgm:layoutNode name="FiveNodes_5">
                          <dgm:varLst>
                            <dgm:bulletEnabled val="1"/>
                          </dgm:varLst>
                          <dgm:alg type="sp"/>
                          <dgm:shape xmlns:r="http://schemas.openxmlformats.org/officeDocument/2006/relationships" type="roundRect" r:blip="">
                            <dgm:adjLst>
                              <dgm:adj idx="1" val="0.1"/>
                            </dgm:adjLst>
                          </dgm:shape>
                          <dgm:presOf axis="ch desOrSelf" ptType="node node" st="5 1" cnt="1 0"/>
                          <dgm:constrLst/>
                          <dgm:ruleLst/>
                        </dgm:layoutNode>
                        <dgm:layoutNode name="FiveConn_1-2" styleLbl="fgAccFollowNode1">
                          <dgm:varLst>
                            <dgm:bulletEnabled val="1"/>
                          </dgm:varLst>
                          <dgm:alg type="tx"/>
                          <dgm:shape xmlns:r="http://schemas.openxmlformats.org/officeDocument/2006/relationships" type="downArrow" r:blip="">
                            <dgm:adjLst>
                              <dgm:adj idx="1" val="0.55"/>
                              <dgm:adj idx="2" val="0.45"/>
                            </dgm:adjLst>
                          </dgm:shape>
                          <dgm:presOf axis="ch" ptType="sibTrans"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2-3" styleLbl="fgAccFollowNode1">
                          <dgm:varLst>
                            <dgm:bulletEnabled val="1"/>
                          </dgm:varLst>
                          <dgm:alg type="tx"/>
                          <dgm:shape xmlns:r="http://schemas.openxmlformats.org/officeDocument/2006/relationships" type="downArrow" r:blip="">
                            <dgm:adjLst>
                              <dgm:adj idx="1" val="0.55"/>
                              <dgm:adj idx="2" val="0.45"/>
                            </dgm:adjLst>
                          </dgm:shape>
                          <dgm:presOf axis="ch" ptType="sibTrans" st="2"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3-4" styleLbl="fgAccFollowNode1">
                          <dgm:varLst>
                            <dgm:bulletEnabled val="1"/>
                          </dgm:varLst>
                          <dgm:alg type="tx"/>
                          <dgm:shape xmlns:r="http://schemas.openxmlformats.org/officeDocument/2006/relationships" type="downArrow" r:blip="">
                            <dgm:adjLst>
                              <dgm:adj idx="1" val="0.55"/>
                              <dgm:adj idx="2" val="0.45"/>
                            </dgm:adjLst>
                          </dgm:shape>
                          <dgm:presOf axis="ch" ptType="sibTrans" st="3"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Conn_4-5" styleLbl="fgAccFollowNode1">
                          <dgm:varLst>
                            <dgm:bulletEnabled val="1"/>
                          </dgm:varLst>
                          <dgm:alg type="tx"/>
                          <dgm:shape xmlns:r="http://schemas.openxmlformats.org/officeDocument/2006/relationships" type="downArrow" r:blip="">
                            <dgm:adjLst>
                              <dgm:adj idx="1" val="0.55"/>
                              <dgm:adj idx="2" val="0.45"/>
                            </dgm:adjLst>
                          </dgm:shape>
                          <dgm:presOf axis="ch" ptType="sibTrans" st="4" cnt="1"/>
                          <dgm:constrLst>
                            <dgm:constr type="lMarg" refType="primFontSz" fact="0.1"/>
                            <dgm:constr type="rMarg" refType="primFontSz" fact="0.1"/>
                            <dgm:constr type="tMarg" refType="primFontSz" fact="0.1"/>
                            <dgm:constr type="bMarg" refType="primFontSz" fact="0.1"/>
                          </dgm:constrLst>
                          <dgm:ruleLst>
                            <dgm:rule type="primFontSz" val="5" fact="NaN" max="NaN"/>
                          </dgm:ruleLst>
                        </dgm:layoutNode>
                        <dgm:layoutNode name="FiveNodes_1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1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2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2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3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3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4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4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FiveNodes_5_text">
                          <dgm:varLst>
                            <dgm:bulletEnabled val="1"/>
                          </dgm:varLst>
                          <dgm:alg type="tx">
                            <dgm:param type="parTxLTRAlign" val="l"/>
                            <dgm:param type="txAnchorVertCh" val="mid"/>
                          </dgm:alg>
                          <dgm:shape xmlns:r="http://schemas.openxmlformats.org/officeDocument/2006/relationships" type="roundRect" r:blip="" hideGeom="1">
                            <dgm:adjLst>
                              <dgm:adj idx="1" val="0.1"/>
                            </dgm:adjLst>
                          </dgm:shape>
                          <dgm:presOf axis="ch desOrSelf" ptType="node node" st="5 1" cnt="1 0"/>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17"/>
                    </dgm:choose>
                  </dgm:else>
                </dgm:choose>
              </dgm:else>
            </dgm:choose>
          </dgm:else>
        </dgm:choose>
      </dgm:else>
    </dgm:choose>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átum hely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7610728-2937-4D16-92C4-F2CE424C48A0}" type="datetimeFigureOut">
              <a:rPr lang="hu-HU" smtClean="0"/>
              <a:t>2026. 02. 19.</a:t>
            </a:fld>
            <a:endParaRPr lang="hu-HU"/>
          </a:p>
        </p:txBody>
      </p:sp>
      <p:sp>
        <p:nvSpPr>
          <p:cNvPr id="4" name="Diakép hely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Jegyzetek hely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Élőláb hely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Dia számának hely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C7ED40-DFCB-457A-B7BD-21BAE0EE2A3D}" type="slidenum">
              <a:rPr lang="hu-HU" smtClean="0"/>
              <a:t>‹#›</a:t>
            </a:fld>
            <a:endParaRPr lang="hu-HU"/>
          </a:p>
        </p:txBody>
      </p:sp>
    </p:spTree>
    <p:extLst>
      <p:ext uri="{BB962C8B-B14F-4D97-AF65-F5344CB8AC3E}">
        <p14:creationId xmlns:p14="http://schemas.microsoft.com/office/powerpoint/2010/main" val="38850600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a:t>
            </a:r>
            <a:r>
              <a:rPr lang="hu-HU" dirty="0" err="1"/>
              <a:t>Stake</a:t>
            </a:r>
            <a:r>
              <a:rPr lang="hu-HU" dirty="0"/>
              <a:t> Kaszinóhálózat jelenleg négy helyszínen működik. Kaszinóink vannak Budapesten, Sopronban, Pécsett és Szekszárdon. Központilag menedzselt, ami lehetővé teszi számunkra, hogy egységes biztonsági protokollokat tartsunk fenn, és egyetlen elsődleges helyről figyeljük az összes forgalmat anélkül, hogy minden telephelyen helyi informatikai csapatokra lenne szükségünk.</a:t>
            </a:r>
          </a:p>
        </p:txBody>
      </p:sp>
      <p:sp>
        <p:nvSpPr>
          <p:cNvPr id="4" name="Dia számának helye 3"/>
          <p:cNvSpPr>
            <a:spLocks noGrp="1"/>
          </p:cNvSpPr>
          <p:nvPr>
            <p:ph type="sldNum" sz="quarter" idx="5"/>
          </p:nvPr>
        </p:nvSpPr>
        <p:spPr/>
        <p:txBody>
          <a:bodyPr/>
          <a:lstStyle/>
          <a:p>
            <a:fld id="{1DC7ED40-DFCB-457A-B7BD-21BAE0EE2A3D}" type="slidenum">
              <a:rPr lang="hu-HU" smtClean="0"/>
              <a:t>2</a:t>
            </a:fld>
            <a:endParaRPr lang="hu-HU"/>
          </a:p>
        </p:txBody>
      </p:sp>
    </p:spTree>
    <p:extLst>
      <p:ext uri="{BB962C8B-B14F-4D97-AF65-F5344CB8AC3E}">
        <p14:creationId xmlns:p14="http://schemas.microsoft.com/office/powerpoint/2010/main" val="28542435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Hadd mutassam be a projekt mögött álló csapatot.</a:t>
            </a:r>
          </a:p>
          <a:p>
            <a:endParaRPr lang="hu-HU" dirty="0"/>
          </a:p>
          <a:p>
            <a:r>
              <a:rPr lang="hu-HU" dirty="0"/>
              <a:t>Először is én, Haramia Balázs vagyok a projektmenedzser. Fő feladatom a munkafolyamatok koordinálása, a feladatok kiosztása, valamint annak biztosítása volt, hogy minden időben elkészüljön és </a:t>
            </a:r>
            <a:r>
              <a:rPr lang="hu-HU" dirty="0" err="1"/>
              <a:t>működjön</a:t>
            </a:r>
            <a:r>
              <a:rPr lang="hu-HU" dirty="0"/>
              <a:t>. A menedzsment mellett a hálózat konfigurálásában is aktívan részt vettem, és mindenhol támogattam a csapatot, ahol szükség volt rá.</a:t>
            </a:r>
          </a:p>
          <a:p>
            <a:endParaRPr lang="hu-HU" dirty="0"/>
          </a:p>
          <a:p>
            <a:r>
              <a:rPr lang="hu-HU" dirty="0"/>
              <a:t>A következő Farkas Kristóf, aki a teljes hálózati topológia nulláról történő megtervezéséért volt felelős. Ő végezte az eszközök konfigurálását is, és mindenben segített, amiben csak tudott a folyamat során.</a:t>
            </a:r>
          </a:p>
          <a:p>
            <a:endParaRPr lang="hu-HU" dirty="0"/>
          </a:p>
          <a:p>
            <a:r>
              <a:rPr lang="hu-HU" dirty="0"/>
              <a:t>Végül Müller János intézte a tesztelést és a dokumentációt. Ő biztosította, hogy minden megfelelően </a:t>
            </a:r>
            <a:r>
              <a:rPr lang="hu-HU" dirty="0" err="1"/>
              <a:t>működjön</a:t>
            </a:r>
            <a:r>
              <a:rPr lang="hu-HU" dirty="0"/>
              <a:t>, és ő volt a felelős a dokumentumok és a prezentáció összeállításáért. Mint mindannyian, ő is segített a konfigurációban és a hibaelhárításban, amikor csak tudott.</a:t>
            </a:r>
          </a:p>
        </p:txBody>
      </p:sp>
      <p:sp>
        <p:nvSpPr>
          <p:cNvPr id="4" name="Dia számának helye 3"/>
          <p:cNvSpPr>
            <a:spLocks noGrp="1"/>
          </p:cNvSpPr>
          <p:nvPr>
            <p:ph type="sldNum" sz="quarter" idx="5"/>
          </p:nvPr>
        </p:nvSpPr>
        <p:spPr/>
        <p:txBody>
          <a:bodyPr/>
          <a:lstStyle/>
          <a:p>
            <a:fld id="{1DC7ED40-DFCB-457A-B7BD-21BAE0EE2A3D}" type="slidenum">
              <a:rPr lang="hu-HU" smtClean="0"/>
              <a:t>3</a:t>
            </a:fld>
            <a:endParaRPr lang="hu-HU"/>
          </a:p>
        </p:txBody>
      </p:sp>
    </p:spTree>
    <p:extLst>
      <p:ext uri="{BB962C8B-B14F-4D97-AF65-F5344CB8AC3E}">
        <p14:creationId xmlns:p14="http://schemas.microsoft.com/office/powerpoint/2010/main" val="389590515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Minden város saját alhálózatként működik, de mindegyik redundáns útválasztási rendszeren keresztül kapcsolódik egymáshoz. Második és harmadik rétegű redundanciát használunk, ami azt jelenti, hogy ha egy kábel meghibásodik, a hálózat online marad. Hálózatunkban olyan protokollokat használunk, mint a RIP vagy a GREVPN. Ez a beállítás garantálja, hogy a kaszinó működése megszakítás nélkül maradjon még kapcsolatkimaradás esetén is.</a:t>
            </a:r>
          </a:p>
        </p:txBody>
      </p:sp>
      <p:sp>
        <p:nvSpPr>
          <p:cNvPr id="4" name="Dia számának helye 3"/>
          <p:cNvSpPr>
            <a:spLocks noGrp="1"/>
          </p:cNvSpPr>
          <p:nvPr>
            <p:ph type="sldNum" sz="quarter" idx="5"/>
          </p:nvPr>
        </p:nvSpPr>
        <p:spPr/>
        <p:txBody>
          <a:bodyPr/>
          <a:lstStyle/>
          <a:p>
            <a:fld id="{1DC7ED40-DFCB-457A-B7BD-21BAE0EE2A3D}" type="slidenum">
              <a:rPr lang="hu-HU" smtClean="0"/>
              <a:t>4</a:t>
            </a:fld>
            <a:endParaRPr lang="hu-HU"/>
          </a:p>
        </p:txBody>
      </p:sp>
    </p:spTree>
    <p:extLst>
      <p:ext uri="{BB962C8B-B14F-4D97-AF65-F5344CB8AC3E}">
        <p14:creationId xmlns:p14="http://schemas.microsoft.com/office/powerpoint/2010/main" val="8274013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első város Budapest, 2 szobával és egy adminisztrációs szobával, 20 számítógéppel, 1 szerverrel és 1 nyomtatóval. Itt tűzfalat telepítettünk, és a router a másik 3 routerhez csatlakozik. Itt és az összes városban második rétegű redundanciát használunk.</a:t>
            </a:r>
          </a:p>
        </p:txBody>
      </p:sp>
      <p:sp>
        <p:nvSpPr>
          <p:cNvPr id="4" name="Dia számának helye 3"/>
          <p:cNvSpPr>
            <a:spLocks noGrp="1"/>
          </p:cNvSpPr>
          <p:nvPr>
            <p:ph type="sldNum" sz="quarter" idx="5"/>
          </p:nvPr>
        </p:nvSpPr>
        <p:spPr/>
        <p:txBody>
          <a:bodyPr/>
          <a:lstStyle/>
          <a:p>
            <a:fld id="{1DC7ED40-DFCB-457A-B7BD-21BAE0EE2A3D}" type="slidenum">
              <a:rPr lang="hu-HU" smtClean="0"/>
              <a:t>5</a:t>
            </a:fld>
            <a:endParaRPr lang="hu-HU"/>
          </a:p>
        </p:txBody>
      </p:sp>
    </p:spTree>
    <p:extLst>
      <p:ext uri="{BB962C8B-B14F-4D97-AF65-F5344CB8AC3E}">
        <p14:creationId xmlns:p14="http://schemas.microsoft.com/office/powerpoint/2010/main" val="26093883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következő város Sopron, ott is van 2 szoba és egy adminisztrációs szoba, 16 PC, 1 szerver és 1 nyomtató található benne. Itt tűzfalat is beépítettünk, és van ACL az adminisztrációs PC-hez kötve.</a:t>
            </a:r>
          </a:p>
        </p:txBody>
      </p:sp>
      <p:sp>
        <p:nvSpPr>
          <p:cNvPr id="4" name="Dia számának helye 3"/>
          <p:cNvSpPr>
            <a:spLocks noGrp="1"/>
          </p:cNvSpPr>
          <p:nvPr>
            <p:ph type="sldNum" sz="quarter" idx="5"/>
          </p:nvPr>
        </p:nvSpPr>
        <p:spPr/>
        <p:txBody>
          <a:bodyPr/>
          <a:lstStyle/>
          <a:p>
            <a:fld id="{1DC7ED40-DFCB-457A-B7BD-21BAE0EE2A3D}" type="slidenum">
              <a:rPr lang="hu-HU" smtClean="0"/>
              <a:t>6</a:t>
            </a:fld>
            <a:endParaRPr lang="hu-HU"/>
          </a:p>
        </p:txBody>
      </p:sp>
    </p:spTree>
    <p:extLst>
      <p:ext uri="{BB962C8B-B14F-4D97-AF65-F5344CB8AC3E}">
        <p14:creationId xmlns:p14="http://schemas.microsoft.com/office/powerpoint/2010/main" val="2707145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következő város Pécs, ahol 2 szoba és egy bár található, itt VLAN-ok is vannak. A VLAN-ok az 1-es, a 2-es szobában és a bárban találhatók. DHCP-t használunk az IP-címekhez. A bárban Wifi kapcsolatot használunk.</a:t>
            </a:r>
          </a:p>
        </p:txBody>
      </p:sp>
      <p:sp>
        <p:nvSpPr>
          <p:cNvPr id="4" name="Dia számának helye 3"/>
          <p:cNvSpPr>
            <a:spLocks noGrp="1"/>
          </p:cNvSpPr>
          <p:nvPr>
            <p:ph type="sldNum" sz="quarter" idx="5"/>
          </p:nvPr>
        </p:nvSpPr>
        <p:spPr/>
        <p:txBody>
          <a:bodyPr/>
          <a:lstStyle/>
          <a:p>
            <a:fld id="{1DC7ED40-DFCB-457A-B7BD-21BAE0EE2A3D}" type="slidenum">
              <a:rPr lang="hu-HU" smtClean="0"/>
              <a:t>7</a:t>
            </a:fld>
            <a:endParaRPr lang="hu-HU"/>
          </a:p>
        </p:txBody>
      </p:sp>
    </p:spTree>
    <p:extLst>
      <p:ext uri="{BB962C8B-B14F-4D97-AF65-F5344CB8AC3E}">
        <p14:creationId xmlns:p14="http://schemas.microsoft.com/office/powerpoint/2010/main" val="28401212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utolsó és legfontosabb város Szekszárd, ez az </a:t>
            </a:r>
            <a:r>
              <a:rPr lang="hu-HU" dirty="0" err="1"/>
              <a:t>admin</a:t>
            </a:r>
            <a:r>
              <a:rPr lang="hu-HU" dirty="0"/>
              <a:t> város. Van itt egy iroda, egy adminisztrációs szoba és egy szerverszoba. Itt vannak szervereink, például email és webszerver. Ebben a városban 12 számítógép, 2 nyomtató és 3 szerver található. Innen irányítjuk a többi várost és mindent.</a:t>
            </a:r>
          </a:p>
        </p:txBody>
      </p:sp>
      <p:sp>
        <p:nvSpPr>
          <p:cNvPr id="4" name="Dia számának helye 3"/>
          <p:cNvSpPr>
            <a:spLocks noGrp="1"/>
          </p:cNvSpPr>
          <p:nvPr>
            <p:ph type="sldNum" sz="quarter" idx="5"/>
          </p:nvPr>
        </p:nvSpPr>
        <p:spPr/>
        <p:txBody>
          <a:bodyPr/>
          <a:lstStyle/>
          <a:p>
            <a:fld id="{1DC7ED40-DFCB-457A-B7BD-21BAE0EE2A3D}" type="slidenum">
              <a:rPr lang="hu-HU" smtClean="0"/>
              <a:t>8</a:t>
            </a:fld>
            <a:endParaRPr lang="hu-HU"/>
          </a:p>
        </p:txBody>
      </p:sp>
    </p:spTree>
    <p:extLst>
      <p:ext uri="{BB962C8B-B14F-4D97-AF65-F5344CB8AC3E}">
        <p14:creationId xmlns:p14="http://schemas.microsoft.com/office/powerpoint/2010/main" val="342259137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projektünkhöz a </a:t>
            </a:r>
            <a:r>
              <a:rPr lang="hu-HU" dirty="0" err="1"/>
              <a:t>Jirát</a:t>
            </a:r>
            <a:r>
              <a:rPr lang="hu-HU" dirty="0"/>
              <a:t> használtuk, ez egy nagyon fontos eszköz, mert amikor bármilyen feladatunk volt, ezt használtuk, így tudtuk, mikor vagyunk készen vele, és hogy van-e más feladatunk. Azt is láthattuk, hogy mennyi időt töltött valaki a feladatokkal, ami nagyon jó.</a:t>
            </a:r>
          </a:p>
        </p:txBody>
      </p:sp>
      <p:sp>
        <p:nvSpPr>
          <p:cNvPr id="4" name="Dia számának helye 3"/>
          <p:cNvSpPr>
            <a:spLocks noGrp="1"/>
          </p:cNvSpPr>
          <p:nvPr>
            <p:ph type="sldNum" sz="quarter" idx="5"/>
          </p:nvPr>
        </p:nvSpPr>
        <p:spPr/>
        <p:txBody>
          <a:bodyPr/>
          <a:lstStyle/>
          <a:p>
            <a:fld id="{1DC7ED40-DFCB-457A-B7BD-21BAE0EE2A3D}" type="slidenum">
              <a:rPr lang="hu-HU" smtClean="0"/>
              <a:t>9</a:t>
            </a:fld>
            <a:endParaRPr lang="hu-HU"/>
          </a:p>
        </p:txBody>
      </p:sp>
    </p:spTree>
    <p:extLst>
      <p:ext uri="{BB962C8B-B14F-4D97-AF65-F5344CB8AC3E}">
        <p14:creationId xmlns:p14="http://schemas.microsoft.com/office/powerpoint/2010/main" val="276249471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projektünkhöz </a:t>
            </a:r>
            <a:r>
              <a:rPr lang="hu-HU" dirty="0" err="1"/>
              <a:t>Gitet</a:t>
            </a:r>
            <a:r>
              <a:rPr lang="hu-HU" dirty="0"/>
              <a:t> is használtunk. Ide töltjük fel az összes fájlunkat, így bármikor hozzáférhetünk hozzájuk, például ha valami történik, akkor is hozzáférhetünk a </a:t>
            </a:r>
            <a:r>
              <a:rPr lang="hu-HU" dirty="0" err="1"/>
              <a:t>Gitből</a:t>
            </a:r>
            <a:r>
              <a:rPr lang="hu-HU" dirty="0"/>
              <a:t>, mivel minden ott van elmentve.</a:t>
            </a:r>
          </a:p>
        </p:txBody>
      </p:sp>
      <p:sp>
        <p:nvSpPr>
          <p:cNvPr id="4" name="Dia számának helye 3"/>
          <p:cNvSpPr>
            <a:spLocks noGrp="1"/>
          </p:cNvSpPr>
          <p:nvPr>
            <p:ph type="sldNum" sz="quarter" idx="5"/>
          </p:nvPr>
        </p:nvSpPr>
        <p:spPr/>
        <p:txBody>
          <a:bodyPr/>
          <a:lstStyle/>
          <a:p>
            <a:fld id="{1DC7ED40-DFCB-457A-B7BD-21BAE0EE2A3D}" type="slidenum">
              <a:rPr lang="hu-HU" smtClean="0"/>
              <a:t>10</a:t>
            </a:fld>
            <a:endParaRPr lang="hu-HU"/>
          </a:p>
        </p:txBody>
      </p:sp>
    </p:spTree>
    <p:extLst>
      <p:ext uri="{BB962C8B-B14F-4D97-AF65-F5344CB8AC3E}">
        <p14:creationId xmlns:p14="http://schemas.microsoft.com/office/powerpoint/2010/main" val="1449607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Sokat teszteltünk a hálózatunkban hibák keresése érdekében, ez nagyon fontos dolog, mivel ennek köszönhetően találtunk is hibákat, és kijavítottuk azokat. A teszteléshez egy táblázatot használtunk, nagyon átlátható volt ez a táblázat.</a:t>
            </a:r>
          </a:p>
        </p:txBody>
      </p:sp>
      <p:sp>
        <p:nvSpPr>
          <p:cNvPr id="4" name="Dia számának helye 3"/>
          <p:cNvSpPr>
            <a:spLocks noGrp="1"/>
          </p:cNvSpPr>
          <p:nvPr>
            <p:ph type="sldNum" sz="quarter" idx="5"/>
          </p:nvPr>
        </p:nvSpPr>
        <p:spPr/>
        <p:txBody>
          <a:bodyPr/>
          <a:lstStyle/>
          <a:p>
            <a:fld id="{1DC7ED40-DFCB-457A-B7BD-21BAE0EE2A3D}" type="slidenum">
              <a:rPr lang="hu-HU" smtClean="0"/>
              <a:t>11</a:t>
            </a:fld>
            <a:endParaRPr lang="hu-HU"/>
          </a:p>
        </p:txBody>
      </p:sp>
    </p:spTree>
    <p:extLst>
      <p:ext uri="{BB962C8B-B14F-4D97-AF65-F5344CB8AC3E}">
        <p14:creationId xmlns:p14="http://schemas.microsoft.com/office/powerpoint/2010/main" val="5579235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Ezen a diagramon van hogy eddig ki mennyi időt töltött el a projekttel. </a:t>
            </a:r>
          </a:p>
        </p:txBody>
      </p:sp>
      <p:sp>
        <p:nvSpPr>
          <p:cNvPr id="4" name="Dia számának helye 3"/>
          <p:cNvSpPr>
            <a:spLocks noGrp="1"/>
          </p:cNvSpPr>
          <p:nvPr>
            <p:ph type="sldNum" sz="quarter" idx="5"/>
          </p:nvPr>
        </p:nvSpPr>
        <p:spPr/>
        <p:txBody>
          <a:bodyPr/>
          <a:lstStyle/>
          <a:p>
            <a:fld id="{1DC7ED40-DFCB-457A-B7BD-21BAE0EE2A3D}" type="slidenum">
              <a:rPr lang="hu-HU" smtClean="0"/>
              <a:t>12</a:t>
            </a:fld>
            <a:endParaRPr lang="hu-HU" dirty="0"/>
          </a:p>
        </p:txBody>
      </p:sp>
    </p:spTree>
    <p:extLst>
      <p:ext uri="{BB962C8B-B14F-4D97-AF65-F5344CB8AC3E}">
        <p14:creationId xmlns:p14="http://schemas.microsoft.com/office/powerpoint/2010/main" val="201829448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1DC7ED40-DFCB-457A-B7BD-21BAE0EE2A3D}" type="slidenum">
              <a:rPr lang="hu-HU" smtClean="0"/>
              <a:t>13</a:t>
            </a:fld>
            <a:endParaRPr lang="hu-HU"/>
          </a:p>
        </p:txBody>
      </p:sp>
    </p:spTree>
    <p:extLst>
      <p:ext uri="{BB962C8B-B14F-4D97-AF65-F5344CB8AC3E}">
        <p14:creationId xmlns:p14="http://schemas.microsoft.com/office/powerpoint/2010/main" val="944534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2D6ABD-28BC-F4ED-F4AF-2B3A29E8C0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177476C-94B7-8CE4-F36D-2C85FC9EAB9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0E2ADBA-2065-0CB6-BD6E-A080681A7DCA}"/>
              </a:ext>
            </a:extLst>
          </p:cNvPr>
          <p:cNvSpPr>
            <a:spLocks noGrp="1"/>
          </p:cNvSpPr>
          <p:nvPr>
            <p:ph type="dt" sz="half" idx="10"/>
          </p:nvPr>
        </p:nvSpPr>
        <p:spPr/>
        <p:txBody>
          <a:bodyPr/>
          <a:lstStyle/>
          <a:p>
            <a:fld id="{7448B1AB-93E2-492D-8927-52BF5F1D26BF}" type="datetimeFigureOut">
              <a:rPr lang="en-US" smtClean="0"/>
              <a:t>2/19/2026</a:t>
            </a:fld>
            <a:endParaRPr lang="en-US"/>
          </a:p>
        </p:txBody>
      </p:sp>
      <p:sp>
        <p:nvSpPr>
          <p:cNvPr id="5" name="Footer Placeholder 4">
            <a:extLst>
              <a:ext uri="{FF2B5EF4-FFF2-40B4-BE49-F238E27FC236}">
                <a16:creationId xmlns:a16="http://schemas.microsoft.com/office/drawing/2014/main" id="{9B3CCE90-F43F-1AF9-A05F-453401328B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16F841-A788-4D84-84C0-A4790FFD2D2D}"/>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31813551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E61FAA-F44D-E19F-8955-4446D09689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D5F0C8B-A678-AF86-0F17-43200C8442D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308D96A-3D20-C3F0-1F36-F6BD68BD633E}"/>
              </a:ext>
            </a:extLst>
          </p:cNvPr>
          <p:cNvSpPr>
            <a:spLocks noGrp="1"/>
          </p:cNvSpPr>
          <p:nvPr>
            <p:ph type="dt" sz="half" idx="10"/>
          </p:nvPr>
        </p:nvSpPr>
        <p:spPr/>
        <p:txBody>
          <a:bodyPr/>
          <a:lstStyle/>
          <a:p>
            <a:fld id="{7448B1AB-93E2-492D-8927-52BF5F1D26BF}" type="datetimeFigureOut">
              <a:rPr lang="en-US" smtClean="0"/>
              <a:t>2/19/2026</a:t>
            </a:fld>
            <a:endParaRPr lang="en-US"/>
          </a:p>
        </p:txBody>
      </p:sp>
      <p:sp>
        <p:nvSpPr>
          <p:cNvPr id="5" name="Footer Placeholder 4">
            <a:extLst>
              <a:ext uri="{FF2B5EF4-FFF2-40B4-BE49-F238E27FC236}">
                <a16:creationId xmlns:a16="http://schemas.microsoft.com/office/drawing/2014/main" id="{A92297E2-56CE-B05C-BE34-F825FCD622A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51FA88B-C0AB-497D-3FC7-C13C7D0E07AF}"/>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2230649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3C726-77D4-8741-523E-DC82F481635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A97CACF-76AF-AB00-9086-490C00DD218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2ACC23-15C9-B4C6-BA8B-BCC4B7BEC15A}"/>
              </a:ext>
            </a:extLst>
          </p:cNvPr>
          <p:cNvSpPr>
            <a:spLocks noGrp="1"/>
          </p:cNvSpPr>
          <p:nvPr>
            <p:ph type="dt" sz="half" idx="10"/>
          </p:nvPr>
        </p:nvSpPr>
        <p:spPr/>
        <p:txBody>
          <a:bodyPr/>
          <a:lstStyle/>
          <a:p>
            <a:fld id="{7448B1AB-93E2-492D-8927-52BF5F1D26BF}" type="datetimeFigureOut">
              <a:rPr lang="en-US" smtClean="0"/>
              <a:t>2/19/2026</a:t>
            </a:fld>
            <a:endParaRPr lang="en-US"/>
          </a:p>
        </p:txBody>
      </p:sp>
      <p:sp>
        <p:nvSpPr>
          <p:cNvPr id="5" name="Footer Placeholder 4">
            <a:extLst>
              <a:ext uri="{FF2B5EF4-FFF2-40B4-BE49-F238E27FC236}">
                <a16:creationId xmlns:a16="http://schemas.microsoft.com/office/drawing/2014/main" id="{A2769CA6-6280-1248-EDA4-D2A00326B3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EAFB19A-2B1F-7E35-21C9-C64B909E31BD}"/>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2273408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A1A0DC-DB2D-D6CE-39C5-819C51A53E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E17C860-7CDD-595F-D5B2-7E74218B5EC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A8258D-E16E-B025-FFAE-B0BD39461A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58C31AC-0FFB-C805-081C-D9F409FF33BC}"/>
              </a:ext>
            </a:extLst>
          </p:cNvPr>
          <p:cNvSpPr>
            <a:spLocks noGrp="1"/>
          </p:cNvSpPr>
          <p:nvPr>
            <p:ph type="dt" sz="half" idx="10"/>
          </p:nvPr>
        </p:nvSpPr>
        <p:spPr/>
        <p:txBody>
          <a:bodyPr/>
          <a:lstStyle/>
          <a:p>
            <a:fld id="{7448B1AB-93E2-492D-8927-52BF5F1D26BF}" type="datetimeFigureOut">
              <a:rPr lang="en-US" smtClean="0"/>
              <a:t>2/19/2026</a:t>
            </a:fld>
            <a:endParaRPr lang="en-US"/>
          </a:p>
        </p:txBody>
      </p:sp>
      <p:sp>
        <p:nvSpPr>
          <p:cNvPr id="6" name="Footer Placeholder 5">
            <a:extLst>
              <a:ext uri="{FF2B5EF4-FFF2-40B4-BE49-F238E27FC236}">
                <a16:creationId xmlns:a16="http://schemas.microsoft.com/office/drawing/2014/main" id="{ABC2D356-8D54-0D69-4FB9-C9FA697039F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D5FD5FA-37CC-3A0F-1240-20C2F4101788}"/>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12263627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4086A-6D11-88F1-7F79-8218B23DECA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297DFD3-8DAC-DF65-862E-D835A80222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E863F04-121C-16BF-E2C5-94890E124DB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08CD77D-3730-7F17-AFAD-77141CE51FF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CF605-B943-07B6-69D5-6CCCDF4DEF8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B74D609-82BA-5A1A-D98C-10AC2ECCC6C4}"/>
              </a:ext>
            </a:extLst>
          </p:cNvPr>
          <p:cNvSpPr>
            <a:spLocks noGrp="1"/>
          </p:cNvSpPr>
          <p:nvPr>
            <p:ph type="dt" sz="half" idx="10"/>
          </p:nvPr>
        </p:nvSpPr>
        <p:spPr/>
        <p:txBody>
          <a:bodyPr/>
          <a:lstStyle/>
          <a:p>
            <a:fld id="{7448B1AB-93E2-492D-8927-52BF5F1D26BF}" type="datetimeFigureOut">
              <a:rPr lang="en-US" smtClean="0"/>
              <a:t>2/19/2026</a:t>
            </a:fld>
            <a:endParaRPr lang="en-US"/>
          </a:p>
        </p:txBody>
      </p:sp>
      <p:sp>
        <p:nvSpPr>
          <p:cNvPr id="8" name="Footer Placeholder 7">
            <a:extLst>
              <a:ext uri="{FF2B5EF4-FFF2-40B4-BE49-F238E27FC236}">
                <a16:creationId xmlns:a16="http://schemas.microsoft.com/office/drawing/2014/main" id="{AC0CC317-0E63-8A22-3129-120D5FBC046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1F0E11B-2F15-F2DB-16EA-D84957631DEE}"/>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19607432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6E9DC-56C3-26BA-5990-DA4932A2F1E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84F01AF-1038-59B9-DBBE-6B25BF72FB79}"/>
              </a:ext>
            </a:extLst>
          </p:cNvPr>
          <p:cNvSpPr>
            <a:spLocks noGrp="1"/>
          </p:cNvSpPr>
          <p:nvPr>
            <p:ph type="dt" sz="half" idx="10"/>
          </p:nvPr>
        </p:nvSpPr>
        <p:spPr/>
        <p:txBody>
          <a:bodyPr/>
          <a:lstStyle/>
          <a:p>
            <a:fld id="{7448B1AB-93E2-492D-8927-52BF5F1D26BF}" type="datetimeFigureOut">
              <a:rPr lang="en-US" smtClean="0"/>
              <a:t>2/19/2026</a:t>
            </a:fld>
            <a:endParaRPr lang="en-US"/>
          </a:p>
        </p:txBody>
      </p:sp>
      <p:sp>
        <p:nvSpPr>
          <p:cNvPr id="4" name="Footer Placeholder 3">
            <a:extLst>
              <a:ext uri="{FF2B5EF4-FFF2-40B4-BE49-F238E27FC236}">
                <a16:creationId xmlns:a16="http://schemas.microsoft.com/office/drawing/2014/main" id="{B88497A8-3BB2-4F2F-1796-735DB2FB91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DE805F4-937C-4D14-B25A-8099318EE2F9}"/>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20485016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CBC4CC4-6CD2-F0CC-76CA-F83C0D01008A}"/>
              </a:ext>
            </a:extLst>
          </p:cNvPr>
          <p:cNvSpPr>
            <a:spLocks noGrp="1"/>
          </p:cNvSpPr>
          <p:nvPr>
            <p:ph type="dt" sz="half" idx="10"/>
          </p:nvPr>
        </p:nvSpPr>
        <p:spPr/>
        <p:txBody>
          <a:bodyPr/>
          <a:lstStyle/>
          <a:p>
            <a:fld id="{7448B1AB-93E2-492D-8927-52BF5F1D26BF}" type="datetimeFigureOut">
              <a:rPr lang="en-US" smtClean="0"/>
              <a:t>2/19/2026</a:t>
            </a:fld>
            <a:endParaRPr lang="en-US"/>
          </a:p>
        </p:txBody>
      </p:sp>
      <p:sp>
        <p:nvSpPr>
          <p:cNvPr id="3" name="Footer Placeholder 2">
            <a:extLst>
              <a:ext uri="{FF2B5EF4-FFF2-40B4-BE49-F238E27FC236}">
                <a16:creationId xmlns:a16="http://schemas.microsoft.com/office/drawing/2014/main" id="{C6410DC3-E1E2-D737-9A5A-1228CABBB3E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183AF27-A575-01A8-BB56-0269E082BF34}"/>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19557373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BE05B-93EE-84CB-9AD3-8F6F63B2092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D3AC43B-158D-3C16-AD82-C3616006018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795D77E-9F1A-FA8B-73A2-E74195FF8A0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0C62189-1E13-14E8-F038-96178048A582}"/>
              </a:ext>
            </a:extLst>
          </p:cNvPr>
          <p:cNvSpPr>
            <a:spLocks noGrp="1"/>
          </p:cNvSpPr>
          <p:nvPr>
            <p:ph type="dt" sz="half" idx="10"/>
          </p:nvPr>
        </p:nvSpPr>
        <p:spPr/>
        <p:txBody>
          <a:bodyPr/>
          <a:lstStyle/>
          <a:p>
            <a:fld id="{7448B1AB-93E2-492D-8927-52BF5F1D26BF}" type="datetimeFigureOut">
              <a:rPr lang="en-US" smtClean="0"/>
              <a:t>2/19/2026</a:t>
            </a:fld>
            <a:endParaRPr lang="en-US"/>
          </a:p>
        </p:txBody>
      </p:sp>
      <p:sp>
        <p:nvSpPr>
          <p:cNvPr id="6" name="Footer Placeholder 5">
            <a:extLst>
              <a:ext uri="{FF2B5EF4-FFF2-40B4-BE49-F238E27FC236}">
                <a16:creationId xmlns:a16="http://schemas.microsoft.com/office/drawing/2014/main" id="{12F11463-9067-1ADA-C8FA-18573509276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25BF916-F0EA-B828-BFC2-51CB56D51210}"/>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554140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16B419-D516-602D-54C4-6F436FD4163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7390DC1-851A-FDAC-6FC7-454C5786071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E9B654F-5A25-C8AD-142B-94400F0E69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25B48F-FBD7-6620-B247-6DBF49B2E3E4}"/>
              </a:ext>
            </a:extLst>
          </p:cNvPr>
          <p:cNvSpPr>
            <a:spLocks noGrp="1"/>
          </p:cNvSpPr>
          <p:nvPr>
            <p:ph type="dt" sz="half" idx="10"/>
          </p:nvPr>
        </p:nvSpPr>
        <p:spPr/>
        <p:txBody>
          <a:bodyPr/>
          <a:lstStyle/>
          <a:p>
            <a:fld id="{7448B1AB-93E2-492D-8927-52BF5F1D26BF}" type="datetimeFigureOut">
              <a:rPr lang="en-US" smtClean="0"/>
              <a:t>2/19/2026</a:t>
            </a:fld>
            <a:endParaRPr lang="en-US"/>
          </a:p>
        </p:txBody>
      </p:sp>
      <p:sp>
        <p:nvSpPr>
          <p:cNvPr id="6" name="Footer Placeholder 5">
            <a:extLst>
              <a:ext uri="{FF2B5EF4-FFF2-40B4-BE49-F238E27FC236}">
                <a16:creationId xmlns:a16="http://schemas.microsoft.com/office/drawing/2014/main" id="{46653BD0-79E1-BDFA-5A89-86BA188EEC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4A10B97-DC94-8407-88F7-F9917F2A1D5B}"/>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1572097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A45027-B512-363B-873D-61367666150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7404C80-74E4-9A90-1473-C92BAD0F5C9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A15D21-9E82-26D2-53DE-B971246E2B1C}"/>
              </a:ext>
            </a:extLst>
          </p:cNvPr>
          <p:cNvSpPr>
            <a:spLocks noGrp="1"/>
          </p:cNvSpPr>
          <p:nvPr>
            <p:ph type="dt" sz="half" idx="10"/>
          </p:nvPr>
        </p:nvSpPr>
        <p:spPr/>
        <p:txBody>
          <a:bodyPr/>
          <a:lstStyle/>
          <a:p>
            <a:fld id="{7448B1AB-93E2-492D-8927-52BF5F1D26BF}" type="datetimeFigureOut">
              <a:rPr lang="en-US" smtClean="0"/>
              <a:t>2/19/2026</a:t>
            </a:fld>
            <a:endParaRPr lang="en-US"/>
          </a:p>
        </p:txBody>
      </p:sp>
      <p:sp>
        <p:nvSpPr>
          <p:cNvPr id="5" name="Footer Placeholder 4">
            <a:extLst>
              <a:ext uri="{FF2B5EF4-FFF2-40B4-BE49-F238E27FC236}">
                <a16:creationId xmlns:a16="http://schemas.microsoft.com/office/drawing/2014/main" id="{8BA8A432-2191-F6BF-5226-5EF021DCD1C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5D39B18-9F05-45AA-0A8E-A3CBB6D17556}"/>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16277089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2DAB40-096E-B7CC-627A-7135EE2128F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BB6ABC8-60AD-1349-71A1-E1C8A98BC2B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CBB4A09-6FEF-C0C8-E5D8-67B7E92FD85E}"/>
              </a:ext>
            </a:extLst>
          </p:cNvPr>
          <p:cNvSpPr>
            <a:spLocks noGrp="1"/>
          </p:cNvSpPr>
          <p:nvPr>
            <p:ph type="dt" sz="half" idx="10"/>
          </p:nvPr>
        </p:nvSpPr>
        <p:spPr/>
        <p:txBody>
          <a:bodyPr/>
          <a:lstStyle/>
          <a:p>
            <a:fld id="{7448B1AB-93E2-492D-8927-52BF5F1D26BF}" type="datetimeFigureOut">
              <a:rPr lang="en-US" smtClean="0"/>
              <a:t>2/19/2026</a:t>
            </a:fld>
            <a:endParaRPr lang="en-US"/>
          </a:p>
        </p:txBody>
      </p:sp>
      <p:sp>
        <p:nvSpPr>
          <p:cNvPr id="5" name="Footer Placeholder 4">
            <a:extLst>
              <a:ext uri="{FF2B5EF4-FFF2-40B4-BE49-F238E27FC236}">
                <a16:creationId xmlns:a16="http://schemas.microsoft.com/office/drawing/2014/main" id="{EFA2FB72-AD0B-D1D0-87CA-324315D69A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886D4B-19EB-F2D7-8943-E94B089A3FAD}"/>
              </a:ext>
            </a:extLst>
          </p:cNvPr>
          <p:cNvSpPr>
            <a:spLocks noGrp="1"/>
          </p:cNvSpPr>
          <p:nvPr>
            <p:ph type="sldNum" sz="quarter" idx="12"/>
          </p:nvPr>
        </p:nvSpPr>
        <p:spPr/>
        <p:txBody>
          <a:bodyPr/>
          <a:lstStyle/>
          <a:p>
            <a:fld id="{F7445DCE-8874-406F-89F7-75B47656E45E}" type="slidenum">
              <a:rPr lang="en-US" smtClean="0"/>
              <a:t>‹#›</a:t>
            </a:fld>
            <a:endParaRPr lang="en-US"/>
          </a:p>
        </p:txBody>
      </p:sp>
    </p:spTree>
    <p:extLst>
      <p:ext uri="{BB962C8B-B14F-4D97-AF65-F5344CB8AC3E}">
        <p14:creationId xmlns:p14="http://schemas.microsoft.com/office/powerpoint/2010/main" val="22474738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38337D6-5488-BC53-3908-3426C320B44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2BA013-8838-4925-A0D2-F3304433BA4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6CA8E2E-5A4B-C7A5-7F73-F26E084DA1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448B1AB-93E2-492D-8927-52BF5F1D26BF}" type="datetimeFigureOut">
              <a:rPr lang="en-US" smtClean="0"/>
              <a:t>2/19/2026</a:t>
            </a:fld>
            <a:endParaRPr lang="en-US"/>
          </a:p>
        </p:txBody>
      </p:sp>
      <p:sp>
        <p:nvSpPr>
          <p:cNvPr id="5" name="Footer Placeholder 4">
            <a:extLst>
              <a:ext uri="{FF2B5EF4-FFF2-40B4-BE49-F238E27FC236}">
                <a16:creationId xmlns:a16="http://schemas.microsoft.com/office/drawing/2014/main" id="{4E8E50AE-8938-BCC6-ACB0-7EA31478EF2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CAD55FA-B0E3-9267-CC33-1FF9496E321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7445DCE-8874-406F-89F7-75B47656E45E}" type="slidenum">
              <a:rPr lang="en-US" smtClean="0"/>
              <a:t>‹#›</a:t>
            </a:fld>
            <a:endParaRPr lang="en-US"/>
          </a:p>
        </p:txBody>
      </p:sp>
    </p:spTree>
    <p:extLst>
      <p:ext uri="{BB962C8B-B14F-4D97-AF65-F5344CB8AC3E}">
        <p14:creationId xmlns:p14="http://schemas.microsoft.com/office/powerpoint/2010/main" val="185018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2.jpeg"/><Relationship Id="rId7" Type="http://schemas.openxmlformats.org/officeDocument/2006/relationships/diagramColors" Target="../diagrams/colors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4.png"/><Relationship Id="rId7" Type="http://schemas.openxmlformats.org/officeDocument/2006/relationships/diagramColors" Target="../diagrams/colors2.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a:extLst>
              <a:ext uri="{FF2B5EF4-FFF2-40B4-BE49-F238E27FC236}">
                <a16:creationId xmlns:a16="http://schemas.microsoft.com/office/drawing/2014/main" id="{8D29A047-B710-3D32-169B-B5D9BFDED0EB}"/>
              </a:ext>
            </a:extLst>
          </p:cNvPr>
          <p:cNvPicPr>
            <a:picLocks noChangeAspect="1"/>
          </p:cNvPicPr>
          <p:nvPr/>
        </p:nvPicPr>
        <p:blipFill>
          <a:blip r:embed="rId2">
            <a:alphaModFix amt="50000"/>
          </a:blip>
          <a:srcRect t="12295" b="1166"/>
          <a:stretch>
            <a:fillRect/>
          </a:stretch>
        </p:blipFill>
        <p:spPr>
          <a:xfrm>
            <a:off x="20" y="1"/>
            <a:ext cx="12191980" cy="6857999"/>
          </a:xfrm>
          <a:prstGeom prst="rect">
            <a:avLst/>
          </a:prstGeom>
        </p:spPr>
      </p:pic>
      <p:sp>
        <p:nvSpPr>
          <p:cNvPr id="2" name="Title 1">
            <a:extLst>
              <a:ext uri="{FF2B5EF4-FFF2-40B4-BE49-F238E27FC236}">
                <a16:creationId xmlns:a16="http://schemas.microsoft.com/office/drawing/2014/main" id="{F4BE3EEF-28FD-DF6B-3261-577AC82744FB}"/>
              </a:ext>
            </a:extLst>
          </p:cNvPr>
          <p:cNvSpPr>
            <a:spLocks noGrp="1"/>
          </p:cNvSpPr>
          <p:nvPr>
            <p:ph type="ctrTitle"/>
          </p:nvPr>
        </p:nvSpPr>
        <p:spPr>
          <a:xfrm>
            <a:off x="1524000" y="1122362"/>
            <a:ext cx="9144000" cy="2900518"/>
          </a:xfrm>
        </p:spPr>
        <p:txBody>
          <a:bodyPr>
            <a:normAutofit/>
          </a:bodyPr>
          <a:lstStyle/>
          <a:p>
            <a:r>
              <a:rPr lang="en-US" b="1" dirty="0">
                <a:solidFill>
                  <a:srgbClr val="FFFFFF"/>
                </a:solidFill>
                <a:highlight>
                  <a:srgbClr val="000000"/>
                </a:highlight>
              </a:rPr>
              <a:t>Stake </a:t>
            </a:r>
            <a:r>
              <a:rPr lang="en-US" b="1" dirty="0" err="1">
                <a:solidFill>
                  <a:srgbClr val="FFFFFF"/>
                </a:solidFill>
                <a:highlight>
                  <a:srgbClr val="000000"/>
                </a:highlight>
              </a:rPr>
              <a:t>kaszinó</a:t>
            </a:r>
            <a:endParaRPr lang="en-US" b="1">
              <a:solidFill>
                <a:srgbClr val="FFFFFF"/>
              </a:solidFill>
              <a:highlight>
                <a:srgbClr val="000000"/>
              </a:highlight>
            </a:endParaRPr>
          </a:p>
        </p:txBody>
      </p:sp>
      <p:sp>
        <p:nvSpPr>
          <p:cNvPr id="3" name="Subtitle 2">
            <a:extLst>
              <a:ext uri="{FF2B5EF4-FFF2-40B4-BE49-F238E27FC236}">
                <a16:creationId xmlns:a16="http://schemas.microsoft.com/office/drawing/2014/main" id="{CEAEC1DD-CC28-8F1C-F021-DC65F927AD17}"/>
              </a:ext>
            </a:extLst>
          </p:cNvPr>
          <p:cNvSpPr>
            <a:spLocks noGrp="1"/>
          </p:cNvSpPr>
          <p:nvPr>
            <p:ph type="subTitle" idx="1"/>
          </p:nvPr>
        </p:nvSpPr>
        <p:spPr>
          <a:xfrm>
            <a:off x="1524000" y="4159404"/>
            <a:ext cx="9144000" cy="1098395"/>
          </a:xfrm>
        </p:spPr>
        <p:txBody>
          <a:bodyPr>
            <a:normAutofit/>
          </a:bodyPr>
          <a:lstStyle/>
          <a:p>
            <a:r>
              <a:rPr lang="en-US" b="1">
                <a:solidFill>
                  <a:srgbClr val="FFFFFF"/>
                </a:solidFill>
              </a:rPr>
              <a:t>Haramia</a:t>
            </a:r>
            <a:r>
              <a:rPr lang="en-US" b="1" dirty="0">
                <a:solidFill>
                  <a:srgbClr val="FFFFFF"/>
                </a:solidFill>
              </a:rPr>
              <a:t> Balázs</a:t>
            </a:r>
            <a:r>
              <a:rPr lang="en-US" dirty="0">
                <a:solidFill>
                  <a:srgbClr val="FFFFFF"/>
                </a:solidFill>
              </a:rPr>
              <a:t>, Farkas Kristóf, Müller János</a:t>
            </a:r>
          </a:p>
        </p:txBody>
      </p:sp>
    </p:spTree>
    <p:extLst>
      <p:ext uri="{BB962C8B-B14F-4D97-AF65-F5344CB8AC3E}">
        <p14:creationId xmlns:p14="http://schemas.microsoft.com/office/powerpoint/2010/main" val="1772844417"/>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pic>
        <p:nvPicPr>
          <p:cNvPr id="4" name="Picture 5" descr="Stake Casino Review 2022 Leading Crypto Gambling Site | Casinos.info">
            <a:extLst>
              <a:ext uri="{FF2B5EF4-FFF2-40B4-BE49-F238E27FC236}">
                <a16:creationId xmlns:a16="http://schemas.microsoft.com/office/drawing/2014/main" id="{F8547072-1863-34E2-C6EC-2935FC52F907}"/>
              </a:ext>
            </a:extLst>
          </p:cNvPr>
          <p:cNvPicPr>
            <a:picLocks noChangeAspect="1" noChangeArrowheads="1"/>
          </p:cNvPicPr>
          <p:nvPr/>
        </p:nvPicPr>
        <p:blipFill>
          <a:blip r:embed="rId3">
            <a:duotone>
              <a:prstClr val="black"/>
              <a:schemeClr val="tx2">
                <a:tint val="45000"/>
                <a:satMod val="400000"/>
              </a:schemeClr>
            </a:duotone>
            <a:alphaModFix amt="25000"/>
            <a:extLst>
              <a:ext uri="{28A0092B-C50C-407E-A947-70E740481C1C}">
                <a14:useLocalDpi xmlns:a14="http://schemas.microsoft.com/office/drawing/2010/main" val="0"/>
              </a:ext>
            </a:extLst>
          </a:blip>
          <a:srcRect t="6506" b="5946"/>
          <a:stretch>
            <a:fillRect/>
          </a:stretch>
        </p:blipFill>
        <p:spPr bwMode="auto">
          <a:xfrm>
            <a:off x="20" y="10"/>
            <a:ext cx="12191980" cy="685799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663E92A-F7DC-1252-8459-3CC1BEFF43FE}"/>
              </a:ext>
            </a:extLst>
          </p:cNvPr>
          <p:cNvSpPr>
            <a:spLocks noGrp="1"/>
          </p:cNvSpPr>
          <p:nvPr>
            <p:ph type="title"/>
          </p:nvPr>
        </p:nvSpPr>
        <p:spPr>
          <a:xfrm>
            <a:off x="838200" y="365125"/>
            <a:ext cx="10515600" cy="1325563"/>
          </a:xfrm>
        </p:spPr>
        <p:txBody>
          <a:bodyPr>
            <a:normAutofit/>
          </a:bodyPr>
          <a:lstStyle/>
          <a:p>
            <a:r>
              <a:rPr lang="hu-HU" sz="6000" dirty="0">
                <a:highlight>
                  <a:srgbClr val="000000"/>
                </a:highlight>
                <a:latin typeface="Brush Script MT" panose="03060802040406070304" pitchFamily="66" charset="0"/>
              </a:rPr>
              <a:t>Stake</a:t>
            </a:r>
            <a:r>
              <a:rPr lang="hu-HU" dirty="0">
                <a:highlight>
                  <a:srgbClr val="000000"/>
                </a:highlight>
              </a:rPr>
              <a:t> </a:t>
            </a:r>
            <a:r>
              <a:rPr lang="hu-HU" sz="3500" dirty="0">
                <a:highlight>
                  <a:srgbClr val="000000"/>
                </a:highlight>
                <a:latin typeface="Agency FB" panose="020B0503020202020204" pitchFamily="34" charset="0"/>
              </a:rPr>
              <a:t>Hálózat Bemutatása</a:t>
            </a:r>
            <a:endParaRPr lang="en-US" sz="3500" dirty="0">
              <a:highlight>
                <a:srgbClr val="000000"/>
              </a:highlight>
              <a:latin typeface="Agency FB" panose="020B0503020202020204" pitchFamily="34" charset="0"/>
            </a:endParaRPr>
          </a:p>
        </p:txBody>
      </p:sp>
      <p:graphicFrame>
        <p:nvGraphicFramePr>
          <p:cNvPr id="1040" name="Rectangle 3">
            <a:extLst>
              <a:ext uri="{FF2B5EF4-FFF2-40B4-BE49-F238E27FC236}">
                <a16:creationId xmlns:a16="http://schemas.microsoft.com/office/drawing/2014/main" id="{C6EC139D-E0A2-CEBE-1DA6-E716FB32D56D}"/>
              </a:ext>
            </a:extLst>
          </p:cNvPr>
          <p:cNvGraphicFramePr>
            <a:graphicFrameLocks noGrp="1"/>
          </p:cNvGraphicFramePr>
          <p:nvPr>
            <p:ph idx="1"/>
            <p:extLst>
              <p:ext uri="{D42A27DB-BD31-4B8C-83A1-F6EECF244321}">
                <p14:modId xmlns:p14="http://schemas.microsoft.com/office/powerpoint/2010/main" val="228511873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813744471"/>
      </p:ext>
    </p:extLst>
  </p:cSld>
  <p:clrMapOvr>
    <a:overrideClrMapping bg1="dk1" tx1="lt1" bg2="dk2" tx2="lt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56" name="Rectangle 1055">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8" name="Freeform: Shape 1057">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663E92A-F7DC-1252-8459-3CC1BEFF43FE}"/>
              </a:ext>
            </a:extLst>
          </p:cNvPr>
          <p:cNvSpPr>
            <a:spLocks noGrp="1"/>
          </p:cNvSpPr>
          <p:nvPr>
            <p:ph type="title"/>
          </p:nvPr>
        </p:nvSpPr>
        <p:spPr>
          <a:xfrm>
            <a:off x="1137034" y="609597"/>
            <a:ext cx="9392421" cy="1330841"/>
          </a:xfrm>
        </p:spPr>
        <p:txBody>
          <a:bodyPr>
            <a:normAutofit/>
          </a:bodyPr>
          <a:lstStyle/>
          <a:p>
            <a:r>
              <a:rPr lang="en-US" dirty="0">
                <a:solidFill>
                  <a:schemeClr val="bg1"/>
                </a:solidFill>
                <a:highlight>
                  <a:srgbClr val="000000"/>
                </a:highlight>
                <a:latin typeface="Agency FB" panose="020B0503020202020204" pitchFamily="34" charset="0"/>
              </a:rPr>
              <a:t>A</a:t>
            </a:r>
            <a:r>
              <a:rPr lang="en-US" dirty="0">
                <a:solidFill>
                  <a:schemeClr val="bg1"/>
                </a:solidFill>
                <a:highlight>
                  <a:srgbClr val="000000"/>
                </a:highlight>
              </a:rPr>
              <a:t> </a:t>
            </a:r>
            <a:r>
              <a:rPr lang="en-US" dirty="0">
                <a:solidFill>
                  <a:schemeClr val="bg1"/>
                </a:solidFill>
                <a:highlight>
                  <a:srgbClr val="000000"/>
                </a:highlight>
                <a:latin typeface="Brush Script MT" panose="03060802040406070304" pitchFamily="66" charset="0"/>
              </a:rPr>
              <a:t>Stake</a:t>
            </a:r>
            <a:r>
              <a:rPr lang="en-US" dirty="0">
                <a:solidFill>
                  <a:schemeClr val="bg1"/>
                </a:solidFill>
                <a:highlight>
                  <a:srgbClr val="000000"/>
                </a:highlight>
              </a:rPr>
              <a:t> </a:t>
            </a:r>
            <a:r>
              <a:rPr lang="en-US" dirty="0" err="1">
                <a:solidFill>
                  <a:schemeClr val="bg1"/>
                </a:solidFill>
                <a:highlight>
                  <a:srgbClr val="000000"/>
                </a:highlight>
                <a:latin typeface="Agency FB" panose="020B0503020202020204" pitchFamily="34" charset="0"/>
              </a:rPr>
              <a:t>csapat</a:t>
            </a:r>
            <a:endParaRPr lang="en-US" dirty="0">
              <a:solidFill>
                <a:schemeClr val="bg1"/>
              </a:solidFill>
              <a:highlight>
                <a:srgbClr val="000000"/>
              </a:highlight>
              <a:latin typeface="Agency FB" panose="020B0503020202020204" pitchFamily="34" charset="0"/>
            </a:endParaRPr>
          </a:p>
        </p:txBody>
      </p:sp>
      <p:sp>
        <p:nvSpPr>
          <p:cNvPr id="6" name="Rectangle 3">
            <a:extLst>
              <a:ext uri="{FF2B5EF4-FFF2-40B4-BE49-F238E27FC236}">
                <a16:creationId xmlns:a16="http://schemas.microsoft.com/office/drawing/2014/main" id="{048AF700-0F78-C33E-C4F4-112A8637E692}"/>
              </a:ext>
            </a:extLst>
          </p:cNvPr>
          <p:cNvSpPr>
            <a:spLocks noGrp="1" noChangeArrowheads="1"/>
          </p:cNvSpPr>
          <p:nvPr>
            <p:ph idx="1"/>
          </p:nvPr>
        </p:nvSpPr>
        <p:spPr bwMode="auto">
          <a:xfrm>
            <a:off x="1137034" y="2198362"/>
            <a:ext cx="4958966" cy="3917773"/>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lang="en-US" altLang="en-US" sz="3000" b="1" dirty="0">
                <a:latin typeface="Arial" panose="020B0604020202020204" pitchFamily="34" charset="0"/>
              </a:rPr>
              <a:t> </a:t>
            </a:r>
            <a:r>
              <a:rPr lang="hu-HU" altLang="en-US" sz="3000" b="1" dirty="0">
                <a:latin typeface="Arial" panose="020B0604020202020204" pitchFamily="34" charset="0"/>
              </a:rPr>
              <a:t>Haramia Balázs (</a:t>
            </a:r>
            <a:r>
              <a:rPr lang="hu-HU" altLang="en-US" sz="3000" b="1" dirty="0">
                <a:solidFill>
                  <a:srgbClr val="FF0000"/>
                </a:solidFill>
                <a:latin typeface="Arial" panose="020B0604020202020204" pitchFamily="34" charset="0"/>
              </a:rPr>
              <a:t>PM</a:t>
            </a:r>
            <a:r>
              <a:rPr lang="hu-HU" altLang="en-US" sz="3000" b="1" dirty="0">
                <a:latin typeface="Arial" panose="020B0604020202020204" pitchFamily="34" charset="0"/>
              </a:rPr>
              <a:t>)</a:t>
            </a: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lang="hu-HU" altLang="en-US" sz="3000" dirty="0">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3000" b="0" i="0" u="none" strike="noStrike" cap="none" normalizeH="0" baseline="0" dirty="0">
                <a:ln>
                  <a:noFill/>
                </a:ln>
                <a:effectLst/>
                <a:latin typeface="Arial" panose="020B0604020202020204" pitchFamily="34" charset="0"/>
              </a:rPr>
              <a:t> </a:t>
            </a:r>
            <a:r>
              <a:rPr kumimoji="0" lang="hu-HU" altLang="en-US" sz="3000" b="0" i="0" u="none" strike="noStrike" cap="none" normalizeH="0" baseline="0" dirty="0">
                <a:ln>
                  <a:noFill/>
                </a:ln>
                <a:effectLst/>
                <a:latin typeface="Arial" panose="020B0604020202020204" pitchFamily="34" charset="0"/>
              </a:rPr>
              <a:t>Farkas Kristóf</a:t>
            </a: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lang="hu-HU" altLang="en-US" sz="3000" dirty="0">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lang="en-US" altLang="en-US" sz="3000" dirty="0">
                <a:latin typeface="Arial" panose="020B0604020202020204" pitchFamily="34" charset="0"/>
              </a:rPr>
              <a:t> </a:t>
            </a:r>
            <a:r>
              <a:rPr lang="hu-HU" altLang="en-US" sz="3000" dirty="0">
                <a:latin typeface="Arial" panose="020B0604020202020204" pitchFamily="34" charset="0"/>
              </a:rPr>
              <a:t>Müller  János</a:t>
            </a:r>
          </a:p>
        </p:txBody>
      </p:sp>
      <p:pic>
        <p:nvPicPr>
          <p:cNvPr id="1026" name="Picture 2" descr="K-State TRIO programs celebrate National TRIO Day">
            <a:extLst>
              <a:ext uri="{FF2B5EF4-FFF2-40B4-BE49-F238E27FC236}">
                <a16:creationId xmlns:a16="http://schemas.microsoft.com/office/drawing/2014/main" id="{68677801-6A84-DDDD-F43A-08A89A892ECA}"/>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719367" y="2927312"/>
            <a:ext cx="4788505" cy="2271119"/>
          </a:xfrm>
          <a:prstGeom prst="rect">
            <a:avLst/>
          </a:prstGeom>
          <a:noFill/>
          <a:extLst>
            <a:ext uri="{909E8E84-426E-40DD-AFC4-6F175D3DCCD1}">
              <a14:hiddenFill xmlns:a14="http://schemas.microsoft.com/office/drawing/2010/main">
                <a:solidFill>
                  <a:srgbClr val="FFFFFF"/>
                </a:solidFill>
              </a14:hiddenFill>
            </a:ext>
          </a:extLst>
        </p:spPr>
      </p:pic>
      <p:sp>
        <p:nvSpPr>
          <p:cNvPr id="1060" name="Freeform: Shape 1059">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9902468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3" name="Rectangle 1042">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663E92A-F7DC-1252-8459-3CC1BEFF43FE}"/>
              </a:ext>
            </a:extLst>
          </p:cNvPr>
          <p:cNvSpPr>
            <a:spLocks noGrp="1"/>
          </p:cNvSpPr>
          <p:nvPr>
            <p:ph type="title"/>
          </p:nvPr>
        </p:nvSpPr>
        <p:spPr>
          <a:xfrm>
            <a:off x="630936" y="639520"/>
            <a:ext cx="3429000" cy="1719072"/>
          </a:xfrm>
        </p:spPr>
        <p:txBody>
          <a:bodyPr anchor="b">
            <a:normAutofit/>
          </a:bodyPr>
          <a:lstStyle/>
          <a:p>
            <a:r>
              <a:rPr lang="en-US" sz="3800" dirty="0" err="1">
                <a:solidFill>
                  <a:schemeClr val="bg1"/>
                </a:solidFill>
                <a:highlight>
                  <a:srgbClr val="000000"/>
                </a:highlight>
                <a:latin typeface="Agency FB" panose="020B0503020202020204" pitchFamily="34" charset="0"/>
              </a:rPr>
              <a:t>Áttekintés</a:t>
            </a:r>
            <a:endParaRPr lang="en-US" sz="3800" dirty="0">
              <a:solidFill>
                <a:schemeClr val="bg1"/>
              </a:solidFill>
              <a:highlight>
                <a:srgbClr val="000000"/>
              </a:highlight>
              <a:latin typeface="Agency FB" panose="020B0503020202020204" pitchFamily="34" charset="0"/>
            </a:endParaRPr>
          </a:p>
        </p:txBody>
      </p:sp>
      <p:sp>
        <p:nvSpPr>
          <p:cNvPr id="104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3">
            <a:extLst>
              <a:ext uri="{FF2B5EF4-FFF2-40B4-BE49-F238E27FC236}">
                <a16:creationId xmlns:a16="http://schemas.microsoft.com/office/drawing/2014/main" id="{048AF700-0F78-C33E-C4F4-112A8637E692}"/>
              </a:ext>
            </a:extLst>
          </p:cNvPr>
          <p:cNvSpPr>
            <a:spLocks noGrp="1" noChangeArrowheads="1"/>
          </p:cNvSpPr>
          <p:nvPr>
            <p:ph idx="1"/>
          </p:nvPr>
        </p:nvSpPr>
        <p:spPr bwMode="auto">
          <a:xfrm>
            <a:off x="630936" y="2807208"/>
            <a:ext cx="3941064" cy="341071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t"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1" u="none" strike="noStrike" cap="none" normalizeH="0" baseline="0" dirty="0">
                <a:ln>
                  <a:noFill/>
                </a:ln>
                <a:effectLst/>
                <a:latin typeface="Arial" panose="020B0604020202020204" pitchFamily="34" charset="0"/>
              </a:rPr>
              <a:t> 4</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város</a:t>
            </a:r>
            <a:r>
              <a:rPr kumimoji="0" lang="en-US" altLang="en-US" sz="2500" b="0" i="0" u="none" strike="noStrike" cap="none" normalizeH="0" baseline="0" dirty="0">
                <a:ln>
                  <a:noFill/>
                </a:ln>
                <a:effectLst/>
                <a:latin typeface="Arial" panose="020B0604020202020204" pitchFamily="34" charset="0"/>
              </a:rPr>
              <a:t>: </a:t>
            </a:r>
            <a:br>
              <a:rPr kumimoji="0" lang="en-US" altLang="en-US" sz="2500" b="0" i="0" u="none" strike="noStrike" cap="none" normalizeH="0" baseline="0" dirty="0">
                <a:ln>
                  <a:noFill/>
                </a:ln>
                <a:effectLst/>
                <a:latin typeface="Arial" panose="020B0604020202020204" pitchFamily="34" charset="0"/>
              </a:rPr>
            </a:br>
            <a:r>
              <a:rPr kumimoji="0" lang="en-US" altLang="en-US" sz="2500" b="1" i="0" u="none" strike="noStrike" cap="none" normalizeH="0" baseline="0" dirty="0">
                <a:ln>
                  <a:noFill/>
                </a:ln>
                <a:effectLst/>
                <a:latin typeface="Arial" panose="020B0604020202020204" pitchFamily="34" charset="0"/>
              </a:rPr>
              <a:t>Budapest, Sopron, </a:t>
            </a:r>
            <a:br>
              <a:rPr kumimoji="0" lang="en-US" altLang="en-US" sz="2500" b="1" i="0" u="none" strike="noStrike" cap="none" normalizeH="0" baseline="0" dirty="0">
                <a:ln>
                  <a:noFill/>
                </a:ln>
                <a:effectLst/>
                <a:latin typeface="Arial" panose="020B0604020202020204" pitchFamily="34" charset="0"/>
              </a:rPr>
            </a:br>
            <a:r>
              <a:rPr kumimoji="0" lang="en-US" altLang="en-US" sz="2500" b="1" i="0" u="none" strike="noStrike" cap="none" normalizeH="0" baseline="0" dirty="0">
                <a:ln>
                  <a:noFill/>
                </a:ln>
                <a:effectLst/>
                <a:latin typeface="Arial" panose="020B0604020202020204" pitchFamily="34" charset="0"/>
              </a:rPr>
              <a:t>Pécs, </a:t>
            </a:r>
            <a:r>
              <a:rPr kumimoji="0" lang="en-US" altLang="en-US" sz="2500" b="1" i="0" u="none" strike="noStrike" cap="none" normalizeH="0" baseline="0" dirty="0" err="1">
                <a:ln>
                  <a:noFill/>
                </a:ln>
                <a:solidFill>
                  <a:srgbClr val="FF0000"/>
                </a:solidFill>
                <a:effectLst/>
                <a:latin typeface="Arial" panose="020B0604020202020204" pitchFamily="34" charset="0"/>
              </a:rPr>
              <a:t>Szekszárd</a:t>
            </a:r>
            <a:endParaRPr kumimoji="0" lang="en-US" altLang="en-US" sz="2500" b="1" i="0" u="none" strike="noStrike" cap="none" normalizeH="0" baseline="0" dirty="0">
              <a:ln>
                <a:noFill/>
              </a:ln>
              <a:solidFill>
                <a:srgbClr val="FF0000"/>
              </a:solidFill>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Protokollok</a:t>
            </a: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Redundancia</a:t>
            </a:r>
            <a:endParaRPr kumimoji="0" lang="en-US" altLang="en-US" sz="25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endParaRPr kumimoji="0" lang="hu-HU" altLang="en-US" sz="2000" b="0" i="0" u="none" strike="noStrike" cap="none" normalizeH="0" baseline="0" dirty="0">
              <a:ln>
                <a:noFill/>
              </a:ln>
              <a:effectLst/>
              <a:latin typeface="Arial" panose="020B0604020202020204" pitchFamily="34" charset="0"/>
            </a:endParaRPr>
          </a:p>
        </p:txBody>
      </p:sp>
      <p:pic>
        <p:nvPicPr>
          <p:cNvPr id="4" name="Picture 3" descr="A computer network diagram with many different colored squares&#10;&#10;AI-generated content may be incorrect.">
            <a:extLst>
              <a:ext uri="{FF2B5EF4-FFF2-40B4-BE49-F238E27FC236}">
                <a16:creationId xmlns:a16="http://schemas.microsoft.com/office/drawing/2014/main" id="{515ADD14-DE96-0DFF-AD43-CC7869F141D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54296" y="1185291"/>
            <a:ext cx="6903720" cy="4487418"/>
          </a:xfrm>
          <a:prstGeom prst="rect">
            <a:avLst/>
          </a:prstGeom>
        </p:spPr>
      </p:pic>
    </p:spTree>
    <p:extLst>
      <p:ext uri="{BB962C8B-B14F-4D97-AF65-F5344CB8AC3E}">
        <p14:creationId xmlns:p14="http://schemas.microsoft.com/office/powerpoint/2010/main" val="18775131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5C3F913-7EC6-F9E8-4909-5EEFB02BD730}"/>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1D4AD15-16BE-0EB2-D4F3-52F883FC0360}"/>
              </a:ext>
            </a:extLst>
          </p:cNvPr>
          <p:cNvSpPr>
            <a:spLocks noGrp="1"/>
          </p:cNvSpPr>
          <p:nvPr>
            <p:ph type="title"/>
          </p:nvPr>
        </p:nvSpPr>
        <p:spPr>
          <a:xfrm>
            <a:off x="0" y="0"/>
            <a:ext cx="12192000" cy="1248991"/>
          </a:xfrm>
        </p:spPr>
        <p:txBody>
          <a:bodyPr>
            <a:normAutofit/>
          </a:bodyPr>
          <a:lstStyle/>
          <a:p>
            <a:pPr algn="ctr"/>
            <a:r>
              <a:rPr lang="en-US" sz="6000" u="sng" dirty="0">
                <a:solidFill>
                  <a:schemeClr val="bg1"/>
                </a:solidFill>
                <a:highlight>
                  <a:srgbClr val="000000"/>
                </a:highlight>
                <a:latin typeface="Agency FB" panose="020B0503020202020204" pitchFamily="34" charset="0"/>
              </a:rPr>
              <a:t>_Budapest_</a:t>
            </a:r>
            <a:r>
              <a:rPr lang="en-US" sz="6000" u="sng" dirty="0">
                <a:solidFill>
                  <a:schemeClr val="bg1"/>
                </a:solidFill>
                <a:latin typeface="Agency FB" panose="020B0503020202020204" pitchFamily="34" charset="0"/>
              </a:rPr>
              <a:t>  </a:t>
            </a:r>
            <a:r>
              <a:rPr lang="en-US" sz="6000" u="sng" dirty="0">
                <a:solidFill>
                  <a:schemeClr val="bg1"/>
                </a:solidFill>
                <a:highlight>
                  <a:srgbClr val="000000"/>
                </a:highlight>
                <a:latin typeface="Agency FB" panose="020B0503020202020204" pitchFamily="34" charset="0"/>
              </a:rPr>
              <a:t>  </a:t>
            </a:r>
          </a:p>
        </p:txBody>
      </p:sp>
      <p:sp>
        <p:nvSpPr>
          <p:cNvPr id="3" name="Rectangle 1">
            <a:extLst>
              <a:ext uri="{FF2B5EF4-FFF2-40B4-BE49-F238E27FC236}">
                <a16:creationId xmlns:a16="http://schemas.microsoft.com/office/drawing/2014/main" id="{E13A14CF-DF4F-D4EE-4378-5C6255AF6556}"/>
              </a:ext>
            </a:extLst>
          </p:cNvPr>
          <p:cNvSpPr>
            <a:spLocks noGrp="1" noChangeArrowheads="1"/>
          </p:cNvSpPr>
          <p:nvPr>
            <p:ph idx="1"/>
          </p:nvPr>
        </p:nvSpPr>
        <p:spPr bwMode="auto">
          <a:xfrm>
            <a:off x="426028" y="2194102"/>
            <a:ext cx="4175680" cy="3908586"/>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eaLnBrk="0" fontAlgn="base" hangingPunct="0">
              <a:spcBef>
                <a:spcPct val="0"/>
              </a:spcBef>
              <a:spcAft>
                <a:spcPts val="600"/>
              </a:spcAft>
              <a:buFont typeface="Wingdings" panose="05000000000000000000" pitchFamily="2" charset="2"/>
              <a:buChar char="q"/>
            </a:pPr>
            <a:r>
              <a:rPr kumimoji="0" lang="en-US" altLang="en-US" sz="2500" b="0" i="0" u="none" strike="noStrike" cap="none" normalizeH="0" baseline="0" dirty="0" err="1">
                <a:ln>
                  <a:noFill/>
                </a:ln>
                <a:effectLst/>
                <a:latin typeface="Arial" panose="020B0604020202020204" pitchFamily="34" charset="0"/>
              </a:rPr>
              <a:t>Szobák</a:t>
            </a:r>
            <a:r>
              <a:rPr kumimoji="0" lang="en-US" altLang="en-US" sz="2500" b="0" i="0" u="none" strike="noStrike" cap="none" normalizeH="0" baseline="0" dirty="0">
                <a:ln>
                  <a:noFill/>
                </a:ln>
                <a:effectLst/>
                <a:latin typeface="Arial" panose="020B0604020202020204" pitchFamily="34" charset="0"/>
              </a:rPr>
              <a:t>: </a:t>
            </a:r>
            <a:r>
              <a:rPr kumimoji="0" lang="en-US" altLang="en-US" sz="2500" i="1" u="none" strike="noStrike" cap="none" normalizeH="0" baseline="0" dirty="0">
                <a:ln>
                  <a:noFill/>
                </a:ln>
                <a:effectLst/>
                <a:latin typeface="Arial" panose="020B0604020202020204" pitchFamily="34" charset="0"/>
              </a:rPr>
              <a:t>2</a:t>
            </a:r>
            <a:r>
              <a:rPr kumimoji="0" lang="en-US" altLang="en-US" sz="2500" b="0" i="0" u="none" strike="noStrike" cap="none" normalizeH="0" baseline="0" dirty="0">
                <a:ln>
                  <a:noFill/>
                </a:ln>
                <a:effectLst/>
                <a:latin typeface="Arial" panose="020B0604020202020204" pitchFamily="34" charset="0"/>
              </a:rPr>
              <a:t> + </a:t>
            </a:r>
            <a:r>
              <a:rPr kumimoji="0" lang="en-US" altLang="en-US" sz="2500" b="1" i="0" u="none" strike="noStrike" cap="none" normalizeH="0" baseline="0" dirty="0">
                <a:ln>
                  <a:noFill/>
                </a:ln>
                <a:effectLst/>
                <a:latin typeface="Arial" panose="020B0604020202020204" pitchFamily="34" charset="0"/>
              </a:rPr>
              <a:t>Admin</a:t>
            </a:r>
          </a:p>
          <a:p>
            <a:pPr eaLnBrk="0" fontAlgn="base" hangingPunct="0">
              <a:spcBef>
                <a:spcPct val="0"/>
              </a:spcBef>
              <a:spcAft>
                <a:spcPts val="600"/>
              </a:spcAft>
              <a:buFont typeface="Wingdings" panose="05000000000000000000" pitchFamily="2" charset="2"/>
              <a:buChar char="q"/>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a:ln>
                  <a:noFill/>
                </a:ln>
                <a:effectLst/>
                <a:latin typeface="Arial" panose="020B0604020202020204" pitchFamily="34" charset="0"/>
              </a:rPr>
              <a:t> </a:t>
            </a:r>
            <a:r>
              <a:rPr kumimoji="0" lang="en-US" altLang="en-US" sz="2500" i="1" u="none" strike="noStrike" cap="none" normalizeH="0" baseline="0" dirty="0">
                <a:ln>
                  <a:noFill/>
                </a:ln>
                <a:effectLst/>
                <a:latin typeface="Arial" panose="020B0604020202020204" pitchFamily="34" charset="0"/>
              </a:rPr>
              <a:t>20</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gép</a:t>
            </a:r>
            <a:r>
              <a:rPr kumimoji="0" lang="en-US" altLang="en-US" sz="2500" b="0" i="0" u="none" strike="noStrike" cap="none" normalizeH="0" baseline="0" dirty="0">
                <a:ln>
                  <a:noFill/>
                </a:ln>
                <a:effectLst/>
                <a:latin typeface="Arial" panose="020B0604020202020204" pitchFamily="34" charset="0"/>
              </a:rPr>
              <a:t>, </a:t>
            </a:r>
            <a:r>
              <a:rPr kumimoji="0" lang="en-US" altLang="en-US" sz="2500" i="1" u="none" strike="noStrike" cap="none" normalizeH="0" baseline="0" dirty="0">
                <a:ln>
                  <a:noFill/>
                </a:ln>
                <a:effectLst/>
                <a:latin typeface="Arial" panose="020B0604020202020204" pitchFamily="34" charset="0"/>
              </a:rPr>
              <a:t>1</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szerver</a:t>
            </a:r>
            <a:r>
              <a:rPr kumimoji="0" lang="en-US" altLang="en-US" sz="2500" b="0" i="0" u="none" strike="noStrike" cap="none" normalizeH="0" baseline="0" dirty="0">
                <a:ln>
                  <a:noFill/>
                </a:ln>
                <a:effectLst/>
                <a:latin typeface="Arial" panose="020B0604020202020204" pitchFamily="34" charset="0"/>
              </a:rPr>
              <a:t>, </a:t>
            </a:r>
            <a:r>
              <a:rPr kumimoji="0" lang="en-US" altLang="en-US" sz="2500" i="1" u="none" strike="noStrike" cap="none" normalizeH="0" baseline="0" dirty="0">
                <a:ln>
                  <a:noFill/>
                </a:ln>
                <a:effectLst/>
                <a:latin typeface="Arial" panose="020B0604020202020204" pitchFamily="34" charset="0"/>
              </a:rPr>
              <a:t>1</a:t>
            </a:r>
            <a:r>
              <a:rPr kumimoji="0" lang="en-US" altLang="en-US" sz="2500" b="1"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nyomtató</a:t>
            </a: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1" i="0" u="none" strike="noStrike" cap="none" normalizeH="0" baseline="0" dirty="0">
                <a:ln>
                  <a:noFill/>
                </a:ln>
                <a:effectLst/>
                <a:latin typeface="Arial" panose="020B0604020202020204" pitchFamily="34" charset="0"/>
              </a:rPr>
              <a:t> </a:t>
            </a:r>
            <a:r>
              <a:rPr kumimoji="0" lang="en-US" altLang="en-US" sz="2500" b="1" i="0" u="none" strike="noStrike" cap="none" normalizeH="0" baseline="0" dirty="0" err="1">
                <a:ln>
                  <a:noFill/>
                </a:ln>
                <a:effectLst/>
                <a:latin typeface="Arial" panose="020B0604020202020204" pitchFamily="34" charset="0"/>
              </a:rPr>
              <a:t>Tűzfal</a:t>
            </a:r>
            <a:endParaRPr kumimoji="0" lang="en-US" altLang="en-US" sz="2500" b="1"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lang="hu-HU" altLang="en-US" sz="2500" b="1" dirty="0">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1" i="0" u="none" strike="noStrike" cap="none" normalizeH="0" baseline="0" dirty="0">
                <a:ln>
                  <a:noFill/>
                </a:ln>
                <a:effectLst/>
                <a:latin typeface="Arial" panose="020B0604020202020204" pitchFamily="34" charset="0"/>
              </a:rPr>
              <a:t> Router:</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strike="noStrike" cap="none" normalizeH="0" baseline="0" dirty="0">
                <a:ln>
                  <a:noFill/>
                </a:ln>
                <a:effectLst/>
                <a:latin typeface="Arial" panose="020B0604020202020204" pitchFamily="34" charset="0"/>
              </a:rPr>
              <a:t>3</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másik</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város</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routeréhez</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kötve</a:t>
            </a:r>
            <a:endParaRPr kumimoji="0" lang="en-US" altLang="en-US" sz="25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None/>
              <a:tabLst/>
            </a:pPr>
            <a:endParaRPr kumimoji="0" lang="en-US" altLang="en-US" sz="2000" b="0" i="0" u="none" strike="noStrike" cap="none" normalizeH="0" baseline="0" dirty="0">
              <a:ln>
                <a:noFill/>
              </a:ln>
              <a:effectLst/>
              <a:latin typeface="Arial" panose="020B0604020202020204" pitchFamily="34" charset="0"/>
            </a:endParaRPr>
          </a:p>
        </p:txBody>
      </p:sp>
      <p:pic>
        <p:nvPicPr>
          <p:cNvPr id="4" name="Picture 3">
            <a:extLst>
              <a:ext uri="{FF2B5EF4-FFF2-40B4-BE49-F238E27FC236}">
                <a16:creationId xmlns:a16="http://schemas.microsoft.com/office/drawing/2014/main" id="{3E63C710-66D5-676B-7E05-9DC446C0F49A}"/>
              </a:ext>
            </a:extLst>
          </p:cNvPr>
          <p:cNvPicPr>
            <a:picLocks noChangeAspect="1"/>
          </p:cNvPicPr>
          <p:nvPr/>
        </p:nvPicPr>
        <p:blipFill>
          <a:blip r:embed="rId3"/>
          <a:stretch>
            <a:fillRect/>
          </a:stretch>
        </p:blipFill>
        <p:spPr>
          <a:xfrm>
            <a:off x="5455848" y="1248991"/>
            <a:ext cx="6155141" cy="4547455"/>
          </a:xfrm>
          <a:prstGeom prst="rect">
            <a:avLst/>
          </a:prstGeom>
        </p:spPr>
      </p:pic>
    </p:spTree>
    <p:extLst>
      <p:ext uri="{BB962C8B-B14F-4D97-AF65-F5344CB8AC3E}">
        <p14:creationId xmlns:p14="http://schemas.microsoft.com/office/powerpoint/2010/main" val="274593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675A5E-2D0C-CA32-7358-E18DEFE58EE5}"/>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92C269A-2976-23DB-A8FD-BFD12AEC6974}"/>
              </a:ext>
            </a:extLst>
          </p:cNvPr>
          <p:cNvSpPr>
            <a:spLocks noGrp="1"/>
          </p:cNvSpPr>
          <p:nvPr>
            <p:ph type="title"/>
          </p:nvPr>
        </p:nvSpPr>
        <p:spPr>
          <a:xfrm>
            <a:off x="0" y="23742"/>
            <a:ext cx="12192000" cy="1259412"/>
          </a:xfrm>
        </p:spPr>
        <p:txBody>
          <a:bodyPr>
            <a:normAutofit/>
          </a:bodyPr>
          <a:lstStyle/>
          <a:p>
            <a:pPr algn="ctr"/>
            <a:r>
              <a:rPr lang="en-US" sz="6000" u="sng" dirty="0">
                <a:solidFill>
                  <a:schemeClr val="bg1"/>
                </a:solidFill>
                <a:highlight>
                  <a:srgbClr val="000000"/>
                </a:highlight>
                <a:latin typeface="Agency FB" panose="020B0503020202020204" pitchFamily="34" charset="0"/>
              </a:rPr>
              <a:t>_Sopron_</a:t>
            </a:r>
          </a:p>
        </p:txBody>
      </p:sp>
      <p:sp>
        <p:nvSpPr>
          <p:cNvPr id="4" name="Rectangle 1">
            <a:extLst>
              <a:ext uri="{FF2B5EF4-FFF2-40B4-BE49-F238E27FC236}">
                <a16:creationId xmlns:a16="http://schemas.microsoft.com/office/drawing/2014/main" id="{71BCB433-C718-99BE-168A-9B5C7A3F855A}"/>
              </a:ext>
            </a:extLst>
          </p:cNvPr>
          <p:cNvSpPr>
            <a:spLocks noGrp="1" noChangeArrowheads="1"/>
          </p:cNvSpPr>
          <p:nvPr>
            <p:ph idx="1"/>
          </p:nvPr>
        </p:nvSpPr>
        <p:spPr bwMode="auto">
          <a:xfrm>
            <a:off x="394854" y="2194102"/>
            <a:ext cx="3894513" cy="3908586"/>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err="1">
                <a:ln>
                  <a:noFill/>
                </a:ln>
                <a:effectLst/>
                <a:latin typeface="Arial" panose="020B0604020202020204" pitchFamily="34" charset="0"/>
              </a:rPr>
              <a:t>Szobák</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2</a:t>
            </a:r>
            <a:r>
              <a:rPr kumimoji="0" lang="en-US" altLang="en-US" sz="2500" b="0" i="0" u="none" strike="noStrike" cap="none" normalizeH="0" baseline="0" dirty="0">
                <a:ln>
                  <a:noFill/>
                </a:ln>
                <a:effectLst/>
                <a:latin typeface="Arial" panose="020B0604020202020204" pitchFamily="34" charset="0"/>
              </a:rPr>
              <a:t> + </a:t>
            </a:r>
            <a:r>
              <a:rPr kumimoji="0" lang="en-US" altLang="en-US" sz="2500" b="1" i="0" u="none" strike="noStrike" cap="none" normalizeH="0" baseline="0" dirty="0">
                <a:ln>
                  <a:noFill/>
                </a:ln>
                <a:effectLst/>
                <a:latin typeface="Arial" panose="020B0604020202020204" pitchFamily="34" charset="0"/>
              </a:rPr>
              <a:t>Admin</a:t>
            </a: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1" u="none" strike="noStrike" cap="none" normalizeH="0" baseline="0" dirty="0">
                <a:ln>
                  <a:noFill/>
                </a:ln>
                <a:effectLst/>
                <a:latin typeface="Arial" panose="020B0604020202020204" pitchFamily="34" charset="0"/>
              </a:rPr>
              <a:t>16</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gép</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1</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szerver</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1</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nyomtató</a:t>
            </a: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1" i="0" u="none" strike="noStrike" cap="none" normalizeH="0" baseline="0" dirty="0" err="1">
                <a:ln>
                  <a:noFill/>
                </a:ln>
                <a:effectLst/>
                <a:latin typeface="Arial" panose="020B0604020202020204" pitchFamily="34" charset="0"/>
              </a:rPr>
              <a:t>Tűzfal</a:t>
            </a:r>
            <a:endParaRPr kumimoji="0" lang="en-US" altLang="en-US" sz="2500" b="1"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hu-HU" altLang="en-US" sz="2500" b="1" i="0" u="none" strike="noStrike" cap="none" normalizeH="0" baseline="0" dirty="0">
              <a:ln>
                <a:noFill/>
              </a:ln>
              <a:effectLst/>
              <a:latin typeface="Arial" panose="020B0604020202020204" pitchFamily="34" charset="0"/>
            </a:endParaRPr>
          </a:p>
          <a:p>
            <a:pPr eaLnBrk="0" fontAlgn="base" hangingPunct="0">
              <a:spcBef>
                <a:spcPct val="0"/>
              </a:spcBef>
              <a:spcAft>
                <a:spcPts val="600"/>
              </a:spcAft>
              <a:buFont typeface="Wingdings" panose="05000000000000000000" pitchFamily="2" charset="2"/>
              <a:buChar char="q"/>
            </a:pPr>
            <a:r>
              <a:rPr kumimoji="0" lang="en-US" altLang="en-US" sz="2500" b="1" i="0" u="none" strike="noStrike" cap="none" normalizeH="0" baseline="0" dirty="0">
                <a:ln>
                  <a:noFill/>
                </a:ln>
                <a:effectLst/>
                <a:latin typeface="Arial" panose="020B0604020202020204" pitchFamily="34" charset="0"/>
              </a:rPr>
              <a:t>Router:</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3</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másik</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város</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routeréhez</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kötve</a:t>
            </a:r>
            <a:endParaRPr kumimoji="0" lang="en-US" altLang="en-US" sz="25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ts val="600"/>
              </a:spcAft>
              <a:buClrTx/>
              <a:buSzTx/>
              <a:buFontTx/>
              <a:buChar char="•"/>
              <a:tabLst/>
            </a:pPr>
            <a:endParaRPr kumimoji="0" lang="hu-HU" altLang="en-US" sz="2000" b="0" i="0" u="none" strike="noStrike" cap="none" normalizeH="0" baseline="0" dirty="0">
              <a:ln>
                <a:noFill/>
              </a:ln>
              <a:effectLst/>
              <a:latin typeface="Arial" panose="020B0604020202020204" pitchFamily="34" charset="0"/>
            </a:endParaRPr>
          </a:p>
        </p:txBody>
      </p:sp>
      <p:pic>
        <p:nvPicPr>
          <p:cNvPr id="3" name="Picture 2">
            <a:extLst>
              <a:ext uri="{FF2B5EF4-FFF2-40B4-BE49-F238E27FC236}">
                <a16:creationId xmlns:a16="http://schemas.microsoft.com/office/drawing/2014/main" id="{85FB3BAA-E0CD-45A6-13D4-663D3E5A2D9D}"/>
              </a:ext>
            </a:extLst>
          </p:cNvPr>
          <p:cNvPicPr>
            <a:picLocks noChangeAspect="1"/>
          </p:cNvPicPr>
          <p:nvPr/>
        </p:nvPicPr>
        <p:blipFill>
          <a:blip r:embed="rId3"/>
          <a:stretch>
            <a:fillRect/>
          </a:stretch>
        </p:blipFill>
        <p:spPr>
          <a:xfrm>
            <a:off x="5445457" y="1306895"/>
            <a:ext cx="6155141" cy="4267951"/>
          </a:xfrm>
          <a:prstGeom prst="rect">
            <a:avLst/>
          </a:prstGeom>
        </p:spPr>
      </p:pic>
    </p:spTree>
    <p:extLst>
      <p:ext uri="{BB962C8B-B14F-4D97-AF65-F5344CB8AC3E}">
        <p14:creationId xmlns:p14="http://schemas.microsoft.com/office/powerpoint/2010/main" val="5282756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C298537-8A90-4BFE-FDDD-6615D94884D7}"/>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131BAD53-4E89-4F62-BBB7-26359763ED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62756DA2-40EB-4C6F-B962-5822FFB54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3F0D047-2BD8-2B29-CB9D-0436ED1C6D20}"/>
              </a:ext>
            </a:extLst>
          </p:cNvPr>
          <p:cNvSpPr>
            <a:spLocks noGrp="1"/>
          </p:cNvSpPr>
          <p:nvPr>
            <p:ph type="title"/>
          </p:nvPr>
        </p:nvSpPr>
        <p:spPr>
          <a:xfrm>
            <a:off x="0" y="23740"/>
            <a:ext cx="12192000" cy="1212778"/>
          </a:xfrm>
        </p:spPr>
        <p:txBody>
          <a:bodyPr>
            <a:normAutofit/>
          </a:bodyPr>
          <a:lstStyle/>
          <a:p>
            <a:pPr algn="ctr"/>
            <a:r>
              <a:rPr lang="en-US" sz="6000" u="sng" dirty="0">
                <a:solidFill>
                  <a:schemeClr val="bg1"/>
                </a:solidFill>
                <a:highlight>
                  <a:srgbClr val="000000"/>
                </a:highlight>
                <a:latin typeface="Agency FB" panose="020B0503020202020204" pitchFamily="34" charset="0"/>
              </a:rPr>
              <a:t>_Pécs_</a:t>
            </a:r>
          </a:p>
        </p:txBody>
      </p:sp>
      <p:sp>
        <p:nvSpPr>
          <p:cNvPr id="4" name="Rectangle 1">
            <a:extLst>
              <a:ext uri="{FF2B5EF4-FFF2-40B4-BE49-F238E27FC236}">
                <a16:creationId xmlns:a16="http://schemas.microsoft.com/office/drawing/2014/main" id="{AAEADE4B-7175-CDC4-6ACC-ADE024C3CB0A}"/>
              </a:ext>
            </a:extLst>
          </p:cNvPr>
          <p:cNvSpPr>
            <a:spLocks noGrp="1" noChangeArrowheads="1"/>
          </p:cNvSpPr>
          <p:nvPr>
            <p:ph idx="1"/>
          </p:nvPr>
        </p:nvSpPr>
        <p:spPr bwMode="auto">
          <a:xfrm>
            <a:off x="477982" y="2194102"/>
            <a:ext cx="4083627" cy="3908586"/>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a:ln>
                  <a:noFill/>
                </a:ln>
                <a:effectLst/>
                <a:latin typeface="Arial" panose="020B0604020202020204" pitchFamily="34" charset="0"/>
              </a:rPr>
              <a:t> </a:t>
            </a:r>
            <a:r>
              <a:rPr kumimoji="0" lang="en-US" altLang="en-US" sz="2500" b="0" i="0" u="none" strike="noStrike" cap="none" normalizeH="0" baseline="0" dirty="0" err="1">
                <a:ln>
                  <a:noFill/>
                </a:ln>
                <a:effectLst/>
                <a:latin typeface="Arial" panose="020B0604020202020204" pitchFamily="34" charset="0"/>
              </a:rPr>
              <a:t>Szobák</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2</a:t>
            </a:r>
            <a:r>
              <a:rPr kumimoji="0" lang="en-US" altLang="en-US" sz="2500" b="0" i="0" u="none" strike="noStrike" cap="none" normalizeH="0" baseline="0" dirty="0">
                <a:ln>
                  <a:noFill/>
                </a:ln>
                <a:effectLst/>
                <a:latin typeface="Arial" panose="020B0604020202020204" pitchFamily="34" charset="0"/>
              </a:rPr>
              <a:t> + </a:t>
            </a:r>
            <a:r>
              <a:rPr kumimoji="0" lang="en-US" altLang="en-US" sz="2500" b="0" i="0" u="sng" strike="noStrike" cap="none" normalizeH="0" baseline="0" dirty="0" err="1">
                <a:ln>
                  <a:noFill/>
                </a:ln>
                <a:effectLst/>
                <a:latin typeface="Arial" panose="020B0604020202020204" pitchFamily="34" charset="0"/>
              </a:rPr>
              <a:t>Bár</a:t>
            </a:r>
            <a:endParaRPr kumimoji="0" lang="en-US" altLang="en-US" sz="2500" b="0" i="0" u="sng"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a:ln>
                  <a:noFill/>
                </a:ln>
                <a:effectLst/>
                <a:latin typeface="Arial" panose="020B0604020202020204" pitchFamily="34" charset="0"/>
              </a:rPr>
              <a:t> VLAN-ok: </a:t>
            </a:r>
            <a:r>
              <a:rPr kumimoji="0" lang="en-US" altLang="en-US" sz="2500" b="0" i="0" u="sng" strike="noStrike" cap="none" normalizeH="0" baseline="0" dirty="0" err="1">
                <a:ln>
                  <a:noFill/>
                </a:ln>
                <a:effectLst/>
                <a:latin typeface="Arial" panose="020B0604020202020204" pitchFamily="34" charset="0"/>
              </a:rPr>
              <a:t>Szoba</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1</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sng" strike="noStrike" cap="none" normalizeH="0" baseline="0" dirty="0" err="1">
                <a:ln>
                  <a:noFill/>
                </a:ln>
                <a:effectLst/>
                <a:latin typeface="Arial" panose="020B0604020202020204" pitchFamily="34" charset="0"/>
              </a:rPr>
              <a:t>Szoba</a:t>
            </a:r>
            <a:r>
              <a:rPr kumimoji="0" lang="en-US" altLang="en-US" sz="2500" b="0" i="0" u="none" strike="noStrike" cap="none" normalizeH="0" baseline="0" dirty="0">
                <a:ln>
                  <a:noFill/>
                </a:ln>
                <a:effectLst/>
                <a:latin typeface="Arial" panose="020B0604020202020204" pitchFamily="34" charset="0"/>
              </a:rPr>
              <a:t> </a:t>
            </a:r>
            <a:r>
              <a:rPr kumimoji="0" lang="en-US" altLang="en-US" sz="2500" b="0" i="1" u="none" strike="noStrike" cap="none" normalizeH="0" baseline="0" dirty="0">
                <a:ln>
                  <a:noFill/>
                </a:ln>
                <a:effectLst/>
                <a:latin typeface="Arial" panose="020B0604020202020204" pitchFamily="34" charset="0"/>
              </a:rPr>
              <a:t>2</a:t>
            </a:r>
            <a:r>
              <a:rPr kumimoji="0" lang="en-US" altLang="en-US" sz="2500" b="0" i="0" u="none" strike="noStrike" cap="none" normalizeH="0" baseline="0" dirty="0">
                <a:ln>
                  <a:noFill/>
                </a:ln>
                <a:effectLst/>
                <a:latin typeface="Arial" panose="020B0604020202020204" pitchFamily="34" charset="0"/>
              </a:rPr>
              <a:t>, </a:t>
            </a:r>
            <a:r>
              <a:rPr kumimoji="0" lang="en-US" altLang="en-US" sz="2500" b="0" i="0" u="sng" strike="noStrike" cap="none" normalizeH="0" baseline="0" dirty="0" err="1">
                <a:ln>
                  <a:noFill/>
                </a:ln>
                <a:effectLst/>
                <a:latin typeface="Arial" panose="020B0604020202020204" pitchFamily="34" charset="0"/>
              </a:rPr>
              <a:t>Bár</a:t>
            </a:r>
            <a:endParaRPr kumimoji="0" lang="en-US" altLang="en-US" sz="2500" b="0" i="0" u="sng"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1" i="0" u="none" strike="noStrike" cap="none" normalizeH="0" baseline="0" dirty="0">
                <a:ln>
                  <a:noFill/>
                </a:ln>
                <a:effectLst/>
                <a:latin typeface="Arial" panose="020B0604020202020204" pitchFamily="34" charset="0"/>
              </a:rPr>
              <a:t> DHCP </a:t>
            </a:r>
            <a:r>
              <a:rPr kumimoji="0" lang="en-US" altLang="en-US" sz="2500" i="0" u="none" strike="noStrike" cap="none" normalizeH="0" baseline="0" dirty="0" err="1">
                <a:ln>
                  <a:noFill/>
                </a:ln>
                <a:effectLst/>
                <a:latin typeface="Arial" panose="020B0604020202020204" pitchFamily="34" charset="0"/>
              </a:rPr>
              <a:t>kiosztás</a:t>
            </a:r>
            <a:endParaRPr kumimoji="0" lang="en-US" altLang="en-US" sz="250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sng" strike="noStrike" cap="none" normalizeH="0" baseline="0" dirty="0">
                <a:ln>
                  <a:noFill/>
                </a:ln>
                <a:effectLst/>
                <a:latin typeface="Arial" panose="020B0604020202020204" pitchFamily="34" charset="0"/>
              </a:rPr>
              <a:t> Wireless Router</a:t>
            </a:r>
            <a:r>
              <a:rPr kumimoji="0" lang="en-US" altLang="en-US" sz="2500" b="0" i="0" u="none" strike="noStrike" cap="none" normalizeH="0" baseline="0" dirty="0">
                <a:ln>
                  <a:noFill/>
                </a:ln>
                <a:effectLst/>
                <a:latin typeface="Arial" panose="020B0604020202020204" pitchFamily="34" charset="0"/>
              </a:rPr>
              <a:t> a </a:t>
            </a:r>
            <a:r>
              <a:rPr kumimoji="0" lang="en-US" altLang="en-US" sz="2500" b="0" i="0" u="none" strike="noStrike" cap="none" normalizeH="0" baseline="0" dirty="0" err="1">
                <a:ln>
                  <a:noFill/>
                </a:ln>
                <a:effectLst/>
                <a:latin typeface="Arial" panose="020B0604020202020204" pitchFamily="34" charset="0"/>
              </a:rPr>
              <a:t>bárhoz</a:t>
            </a:r>
            <a:endParaRPr kumimoji="0" lang="en-US" altLang="en-US" sz="2500" b="0" i="0" u="none" strike="noStrike" cap="none" normalizeH="0" baseline="0" dirty="0">
              <a:ln>
                <a:noFill/>
              </a:ln>
              <a:effectLst/>
              <a:latin typeface="Arial" panose="020B0604020202020204" pitchFamily="34" charset="0"/>
            </a:endParaRPr>
          </a:p>
        </p:txBody>
      </p:sp>
      <p:pic>
        <p:nvPicPr>
          <p:cNvPr id="8" name="Kép 7">
            <a:extLst>
              <a:ext uri="{FF2B5EF4-FFF2-40B4-BE49-F238E27FC236}">
                <a16:creationId xmlns:a16="http://schemas.microsoft.com/office/drawing/2014/main" id="{84A7E5D0-A4B2-D0A0-3799-9DE7964AA059}"/>
              </a:ext>
            </a:extLst>
          </p:cNvPr>
          <p:cNvPicPr>
            <a:picLocks noChangeAspect="1"/>
          </p:cNvPicPr>
          <p:nvPr/>
        </p:nvPicPr>
        <p:blipFill>
          <a:blip r:embed="rId3"/>
          <a:stretch>
            <a:fillRect/>
          </a:stretch>
        </p:blipFill>
        <p:spPr>
          <a:xfrm>
            <a:off x="5252505" y="1455386"/>
            <a:ext cx="6334433" cy="4183414"/>
          </a:xfrm>
          <a:prstGeom prst="rect">
            <a:avLst/>
          </a:prstGeom>
        </p:spPr>
      </p:pic>
    </p:spTree>
    <p:extLst>
      <p:ext uri="{BB962C8B-B14F-4D97-AF65-F5344CB8AC3E}">
        <p14:creationId xmlns:p14="http://schemas.microsoft.com/office/powerpoint/2010/main" val="23985105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4F42DC4-946B-91B6-2AD7-ADDE803CA836}"/>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0A1AAAB7-B49A-A2D9-5226-0280423B44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8ED94F4E-69E6-EB32-2B0D-899214C1F1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653438" cy="6858000"/>
          </a:xfrm>
          <a:custGeom>
            <a:avLst/>
            <a:gdLst>
              <a:gd name="connsiteX0" fmla="*/ 0 w 6096000"/>
              <a:gd name="connsiteY0" fmla="*/ 0 h 6858000"/>
              <a:gd name="connsiteX1" fmla="*/ 5567517 w 6096000"/>
              <a:gd name="connsiteY1" fmla="*/ 0 h 6858000"/>
              <a:gd name="connsiteX2" fmla="*/ 5566938 w 6096000"/>
              <a:gd name="connsiteY2" fmla="*/ 1705 h 6858000"/>
              <a:gd name="connsiteX3" fmla="*/ 5551594 w 6096000"/>
              <a:gd name="connsiteY3" fmla="*/ 17287 h 6858000"/>
              <a:gd name="connsiteX4" fmla="*/ 5545641 w 6096000"/>
              <a:gd name="connsiteY4" fmla="*/ 130336 h 6858000"/>
              <a:gd name="connsiteX5" fmla="*/ 5538289 w 6096000"/>
              <a:gd name="connsiteY5" fmla="*/ 187093 h 6858000"/>
              <a:gd name="connsiteX6" fmla="*/ 5545790 w 6096000"/>
              <a:gd name="connsiteY6" fmla="*/ 265704 h 6858000"/>
              <a:gd name="connsiteX7" fmla="*/ 5542313 w 6096000"/>
              <a:gd name="connsiteY7" fmla="*/ 354566 h 6858000"/>
              <a:gd name="connsiteX8" fmla="*/ 5524126 w 6096000"/>
              <a:gd name="connsiteY8" fmla="*/ 472000 h 6858000"/>
              <a:gd name="connsiteX9" fmla="*/ 5522170 w 6096000"/>
              <a:gd name="connsiteY9" fmla="*/ 473782 h 6858000"/>
              <a:gd name="connsiteX10" fmla="*/ 5521798 w 6096000"/>
              <a:gd name="connsiteY10" fmla="*/ 491380 h 6858000"/>
              <a:gd name="connsiteX11" fmla="*/ 5536419 w 6096000"/>
              <a:gd name="connsiteY11" fmla="*/ 531675 h 6858000"/>
              <a:gd name="connsiteX12" fmla="*/ 5533435 w 6096000"/>
              <a:gd name="connsiteY12" fmla="*/ 536015 h 6858000"/>
              <a:gd name="connsiteX13" fmla="*/ 5538088 w 6096000"/>
              <a:gd name="connsiteY13" fmla="*/ 572092 h 6858000"/>
              <a:gd name="connsiteX14" fmla="*/ 5536061 w 6096000"/>
              <a:gd name="connsiteY14" fmla="*/ 572511 h 6858000"/>
              <a:gd name="connsiteX15" fmla="*/ 5528218 w 6096000"/>
              <a:gd name="connsiteY15" fmla="*/ 582332 h 6858000"/>
              <a:gd name="connsiteX16" fmla="*/ 5518011 w 6096000"/>
              <a:gd name="connsiteY16" fmla="*/ 601285 h 6858000"/>
              <a:gd name="connsiteX17" fmla="*/ 5473174 w 6096000"/>
              <a:gd name="connsiteY17" fmla="*/ 681608 h 6858000"/>
              <a:gd name="connsiteX18" fmla="*/ 5472963 w 6096000"/>
              <a:gd name="connsiteY18" fmla="*/ 689151 h 6858000"/>
              <a:gd name="connsiteX19" fmla="*/ 5472485 w 6096000"/>
              <a:gd name="connsiteY19" fmla="*/ 689289 h 6858000"/>
              <a:gd name="connsiteX20" fmla="*/ 5471326 w 6096000"/>
              <a:gd name="connsiteY20" fmla="*/ 697222 h 6858000"/>
              <a:gd name="connsiteX21" fmla="*/ 5472164 w 6096000"/>
              <a:gd name="connsiteY21" fmla="*/ 717531 h 6858000"/>
              <a:gd name="connsiteX22" fmla="*/ 5468891 w 6096000"/>
              <a:gd name="connsiteY22" fmla="*/ 722494 h 6858000"/>
              <a:gd name="connsiteX23" fmla="*/ 5463081 w 6096000"/>
              <a:gd name="connsiteY23" fmla="*/ 724368 h 6858000"/>
              <a:gd name="connsiteX24" fmla="*/ 5446981 w 6096000"/>
              <a:gd name="connsiteY24" fmla="*/ 752692 h 6858000"/>
              <a:gd name="connsiteX25" fmla="*/ 5417190 w 6096000"/>
              <a:gd name="connsiteY25" fmla="*/ 816346 h 6858000"/>
              <a:gd name="connsiteX26" fmla="*/ 5388958 w 6096000"/>
              <a:gd name="connsiteY26" fmla="*/ 889417 h 6858000"/>
              <a:gd name="connsiteX27" fmla="*/ 5307044 w 6096000"/>
              <a:gd name="connsiteY27" fmla="*/ 1063288 h 6858000"/>
              <a:gd name="connsiteX28" fmla="*/ 5303837 w 6096000"/>
              <a:gd name="connsiteY28" fmla="*/ 1157176 h 6858000"/>
              <a:gd name="connsiteX29" fmla="*/ 5286494 w 6096000"/>
              <a:gd name="connsiteY29" fmla="*/ 1210776 h 6858000"/>
              <a:gd name="connsiteX30" fmla="*/ 5282463 w 6096000"/>
              <a:gd name="connsiteY30" fmla="*/ 1301993 h 6858000"/>
              <a:gd name="connsiteX31" fmla="*/ 5252235 w 6096000"/>
              <a:gd name="connsiteY31" fmla="*/ 1360879 h 6858000"/>
              <a:gd name="connsiteX32" fmla="*/ 5244497 w 6096000"/>
              <a:gd name="connsiteY32" fmla="*/ 1404045 h 6858000"/>
              <a:gd name="connsiteX33" fmla="*/ 5223823 w 6096000"/>
              <a:gd name="connsiteY33" fmla="*/ 1429568 h 6858000"/>
              <a:gd name="connsiteX34" fmla="*/ 5224851 w 6096000"/>
              <a:gd name="connsiteY34" fmla="*/ 1430305 h 6858000"/>
              <a:gd name="connsiteX35" fmla="*/ 5212394 w 6096000"/>
              <a:gd name="connsiteY35" fmla="*/ 1463304 h 6858000"/>
              <a:gd name="connsiteX36" fmla="*/ 5209958 w 6096000"/>
              <a:gd name="connsiteY36" fmla="*/ 1514846 h 6858000"/>
              <a:gd name="connsiteX37" fmla="*/ 5206417 w 6096000"/>
              <a:gd name="connsiteY37" fmla="*/ 1519731 h 6858000"/>
              <a:gd name="connsiteX38" fmla="*/ 5206640 w 6096000"/>
              <a:gd name="connsiteY38" fmla="*/ 1519929 h 6858000"/>
              <a:gd name="connsiteX39" fmla="*/ 5207632 w 6096000"/>
              <a:gd name="connsiteY39" fmla="*/ 1546022 h 6858000"/>
              <a:gd name="connsiteX40" fmla="*/ 5212030 w 6096000"/>
              <a:gd name="connsiteY40" fmla="*/ 1578752 h 6858000"/>
              <a:gd name="connsiteX41" fmla="*/ 5203533 w 6096000"/>
              <a:gd name="connsiteY41" fmla="*/ 1647555 h 6858000"/>
              <a:gd name="connsiteX42" fmla="*/ 5190877 w 6096000"/>
              <a:gd name="connsiteY42" fmla="*/ 1715685 h 6858000"/>
              <a:gd name="connsiteX43" fmla="*/ 5184235 w 6096000"/>
              <a:gd name="connsiteY43" fmla="*/ 1740358 h 6858000"/>
              <a:gd name="connsiteX44" fmla="*/ 5181475 w 6096000"/>
              <a:gd name="connsiteY44" fmla="*/ 1784314 h 6858000"/>
              <a:gd name="connsiteX45" fmla="*/ 5185845 w 6096000"/>
              <a:gd name="connsiteY45" fmla="*/ 1804434 h 6858000"/>
              <a:gd name="connsiteX46" fmla="*/ 5185068 w 6096000"/>
              <a:gd name="connsiteY46" fmla="*/ 1805316 h 6858000"/>
              <a:gd name="connsiteX47" fmla="*/ 5188593 w 6096000"/>
              <a:gd name="connsiteY47" fmla="*/ 1807109 h 6858000"/>
              <a:gd name="connsiteX48" fmla="*/ 5185920 w 6096000"/>
              <a:gd name="connsiteY48" fmla="*/ 1821003 h 6858000"/>
              <a:gd name="connsiteX49" fmla="*/ 5183543 w 6096000"/>
              <a:gd name="connsiteY49" fmla="*/ 1824832 h 6858000"/>
              <a:gd name="connsiteX50" fmla="*/ 5182235 w 6096000"/>
              <a:gd name="connsiteY50" fmla="*/ 1830429 h 6858000"/>
              <a:gd name="connsiteX51" fmla="*/ 5182525 w 6096000"/>
              <a:gd name="connsiteY51" fmla="*/ 1830569 h 6858000"/>
              <a:gd name="connsiteX52" fmla="*/ 5180663 w 6096000"/>
              <a:gd name="connsiteY52" fmla="*/ 1835810 h 6858000"/>
              <a:gd name="connsiteX53" fmla="*/ 5167452 w 6096000"/>
              <a:gd name="connsiteY53" fmla="*/ 1861483 h 6858000"/>
              <a:gd name="connsiteX54" fmla="*/ 5174266 w 6096000"/>
              <a:gd name="connsiteY54" fmla="*/ 1892417 h 6858000"/>
              <a:gd name="connsiteX55" fmla="*/ 5189262 w 6096000"/>
              <a:gd name="connsiteY55" fmla="*/ 1895114 h 6858000"/>
              <a:gd name="connsiteX56" fmla="*/ 5187100 w 6096000"/>
              <a:gd name="connsiteY56" fmla="*/ 1899379 h 6858000"/>
              <a:gd name="connsiteX57" fmla="*/ 5180471 w 6096000"/>
              <a:gd name="connsiteY57" fmla="*/ 1907867 h 6858000"/>
              <a:gd name="connsiteX58" fmla="*/ 5181361 w 6096000"/>
              <a:gd name="connsiteY58" fmla="*/ 1910265 h 6858000"/>
              <a:gd name="connsiteX59" fmla="*/ 5178268 w 6096000"/>
              <a:gd name="connsiteY59" fmla="*/ 1935584 h 6858000"/>
              <a:gd name="connsiteX60" fmla="*/ 5183619 w 6096000"/>
              <a:gd name="connsiteY60" fmla="*/ 1942021 h 6858000"/>
              <a:gd name="connsiteX61" fmla="*/ 5184480 w 6096000"/>
              <a:gd name="connsiteY61" fmla="*/ 1945112 h 6858000"/>
              <a:gd name="connsiteX62" fmla="*/ 5172776 w 6096000"/>
              <a:gd name="connsiteY62" fmla="*/ 1961162 h 6858000"/>
              <a:gd name="connsiteX63" fmla="*/ 5168513 w 6096000"/>
              <a:gd name="connsiteY63" fmla="*/ 1969445 h 6858000"/>
              <a:gd name="connsiteX64" fmla="*/ 5126597 w 6096000"/>
              <a:gd name="connsiteY64" fmla="*/ 2024270 h 6858000"/>
              <a:gd name="connsiteX65" fmla="*/ 5119528 w 6096000"/>
              <a:gd name="connsiteY65" fmla="*/ 2107942 h 6858000"/>
              <a:gd name="connsiteX66" fmla="*/ 5110356 w 6096000"/>
              <a:gd name="connsiteY66" fmla="*/ 2193455 h 6858000"/>
              <a:gd name="connsiteX67" fmla="*/ 5104992 w 6096000"/>
              <a:gd name="connsiteY67" fmla="*/ 2260088 h 6858000"/>
              <a:gd name="connsiteX68" fmla="*/ 5059439 w 6096000"/>
              <a:gd name="connsiteY68" fmla="*/ 2335735 h 6858000"/>
              <a:gd name="connsiteX69" fmla="*/ 5022061 w 6096000"/>
              <a:gd name="connsiteY69" fmla="*/ 2408995 h 6858000"/>
              <a:gd name="connsiteX70" fmla="*/ 5022253 w 6096000"/>
              <a:gd name="connsiteY70" fmla="*/ 2445869 h 6858000"/>
              <a:gd name="connsiteX71" fmla="*/ 5011426 w 6096000"/>
              <a:gd name="connsiteY71" fmla="*/ 2496499 h 6858000"/>
              <a:gd name="connsiteX72" fmla="*/ 4994224 w 6096000"/>
              <a:gd name="connsiteY72" fmla="*/ 2549900 h 6858000"/>
              <a:gd name="connsiteX73" fmla="*/ 4995245 w 6096000"/>
              <a:gd name="connsiteY73" fmla="*/ 2596456 h 6858000"/>
              <a:gd name="connsiteX74" fmla="*/ 4988570 w 6096000"/>
              <a:gd name="connsiteY74" fmla="*/ 2606088 h 6858000"/>
              <a:gd name="connsiteX75" fmla="*/ 4988371 w 6096000"/>
              <a:gd name="connsiteY75" fmla="*/ 2635351 h 6858000"/>
              <a:gd name="connsiteX76" fmla="*/ 4983212 w 6096000"/>
              <a:gd name="connsiteY76" fmla="*/ 2665666 h 6858000"/>
              <a:gd name="connsiteX77" fmla="*/ 4968234 w 6096000"/>
              <a:gd name="connsiteY77" fmla="*/ 2715895 h 6858000"/>
              <a:gd name="connsiteX78" fmla="*/ 4975888 w 6096000"/>
              <a:gd name="connsiteY78" fmla="*/ 2725052 h 6858000"/>
              <a:gd name="connsiteX79" fmla="*/ 4980195 w 6096000"/>
              <a:gd name="connsiteY79" fmla="*/ 2726489 h 6858000"/>
              <a:gd name="connsiteX80" fmla="*/ 4976218 w 6096000"/>
              <a:gd name="connsiteY80" fmla="*/ 2740278 h 6858000"/>
              <a:gd name="connsiteX81" fmla="*/ 4980571 w 6096000"/>
              <a:gd name="connsiteY81" fmla="*/ 2751112 h 6858000"/>
              <a:gd name="connsiteX82" fmla="*/ 4973893 w 6096000"/>
              <a:gd name="connsiteY82" fmla="*/ 2760208 h 6858000"/>
              <a:gd name="connsiteX83" fmla="*/ 4979005 w 6096000"/>
              <a:gd name="connsiteY83" fmla="*/ 2790136 h 6858000"/>
              <a:gd name="connsiteX84" fmla="*/ 4986137 w 6096000"/>
              <a:gd name="connsiteY84" fmla="*/ 2804183 h 6858000"/>
              <a:gd name="connsiteX85" fmla="*/ 4986175 w 6096000"/>
              <a:gd name="connsiteY85" fmla="*/ 2825860 h 6858000"/>
              <a:gd name="connsiteX86" fmla="*/ 4993936 w 6096000"/>
              <a:gd name="connsiteY86" fmla="*/ 2911749 h 6858000"/>
              <a:gd name="connsiteX87" fmla="*/ 4992563 w 6096000"/>
              <a:gd name="connsiteY87" fmla="*/ 2977278 h 6858000"/>
              <a:gd name="connsiteX88" fmla="*/ 4980516 w 6096000"/>
              <a:gd name="connsiteY88" fmla="*/ 2991092 h 6858000"/>
              <a:gd name="connsiteX89" fmla="*/ 4992801 w 6096000"/>
              <a:gd name="connsiteY89" fmla="*/ 3020247 h 6858000"/>
              <a:gd name="connsiteX90" fmla="*/ 5014805 w 6096000"/>
              <a:gd name="connsiteY90" fmla="*/ 3065434 h 6858000"/>
              <a:gd name="connsiteX91" fmla="*/ 5002733 w 6096000"/>
              <a:gd name="connsiteY91" fmla="*/ 3103777 h 6858000"/>
              <a:gd name="connsiteX92" fmla="*/ 5002941 w 6096000"/>
              <a:gd name="connsiteY92" fmla="*/ 3151828 h 6858000"/>
              <a:gd name="connsiteX93" fmla="*/ 5002883 w 6096000"/>
              <a:gd name="connsiteY93" fmla="*/ 3180546 h 6858000"/>
              <a:gd name="connsiteX94" fmla="*/ 5016711 w 6096000"/>
              <a:gd name="connsiteY94" fmla="*/ 3258677 h 6858000"/>
              <a:gd name="connsiteX95" fmla="*/ 5017918 w 6096000"/>
              <a:gd name="connsiteY95" fmla="*/ 3262610 h 6858000"/>
              <a:gd name="connsiteX96" fmla="*/ 5011672 w 6096000"/>
              <a:gd name="connsiteY96" fmla="*/ 3277179 h 6858000"/>
              <a:gd name="connsiteX97" fmla="*/ 5009344 w 6096000"/>
              <a:gd name="connsiteY97" fmla="*/ 3278130 h 6858000"/>
              <a:gd name="connsiteX98" fmla="*/ 5026770 w 6096000"/>
              <a:gd name="connsiteY98" fmla="*/ 3325671 h 6858000"/>
              <a:gd name="connsiteX99" fmla="*/ 5024571 w 6096000"/>
              <a:gd name="connsiteY99" fmla="*/ 3332072 h 6858000"/>
              <a:gd name="connsiteX100" fmla="*/ 5041705 w 6096000"/>
              <a:gd name="connsiteY100" fmla="*/ 3362948 h 6858000"/>
              <a:gd name="connsiteX101" fmla="*/ 5047477 w 6096000"/>
              <a:gd name="connsiteY101" fmla="*/ 3378959 h 6858000"/>
              <a:gd name="connsiteX102" fmla="*/ 5060758 w 6096000"/>
              <a:gd name="connsiteY102" fmla="*/ 3407057 h 6858000"/>
              <a:gd name="connsiteX103" fmla="*/ 5058968 w 6096000"/>
              <a:gd name="connsiteY103" fmla="*/ 3409825 h 6858000"/>
              <a:gd name="connsiteX104" fmla="*/ 5062667 w 6096000"/>
              <a:gd name="connsiteY104" fmla="*/ 3415218 h 6858000"/>
              <a:gd name="connsiteX105" fmla="*/ 5060928 w 6096000"/>
              <a:gd name="connsiteY105" fmla="*/ 3419880 h 6858000"/>
              <a:gd name="connsiteX106" fmla="*/ 5062923 w 6096000"/>
              <a:gd name="connsiteY106" fmla="*/ 3424545 h 6858000"/>
              <a:gd name="connsiteX107" fmla="*/ 5064623 w 6096000"/>
              <a:gd name="connsiteY107" fmla="*/ 3476412 h 6858000"/>
              <a:gd name="connsiteX108" fmla="*/ 5069684 w 6096000"/>
              <a:gd name="connsiteY108" fmla="*/ 3486850 h 6858000"/>
              <a:gd name="connsiteX109" fmla="*/ 5063339 w 6096000"/>
              <a:gd name="connsiteY109" fmla="*/ 3496391 h 6858000"/>
              <a:gd name="connsiteX110" fmla="*/ 5070139 w 6096000"/>
              <a:gd name="connsiteY110" fmla="*/ 3531201 h 6858000"/>
              <a:gd name="connsiteX111" fmla="*/ 5079896 w 6096000"/>
              <a:gd name="connsiteY111" fmla="*/ 3542019 h 6858000"/>
              <a:gd name="connsiteX112" fmla="*/ 5087540 w 6096000"/>
              <a:gd name="connsiteY112" fmla="*/ 3552249 h 6858000"/>
              <a:gd name="connsiteX113" fmla="*/ 5087902 w 6096000"/>
              <a:gd name="connsiteY113" fmla="*/ 3553678 h 6858000"/>
              <a:gd name="connsiteX114" fmla="*/ 5091509 w 6096000"/>
              <a:gd name="connsiteY114" fmla="*/ 3568021 h 6858000"/>
              <a:gd name="connsiteX115" fmla="*/ 5091934 w 6096000"/>
              <a:gd name="connsiteY115" fmla="*/ 3569719 h 6858000"/>
              <a:gd name="connsiteX116" fmla="*/ 5089362 w 6096000"/>
              <a:gd name="connsiteY116" fmla="*/ 3586412 h 6858000"/>
              <a:gd name="connsiteX117" fmla="*/ 5092358 w 6096000"/>
              <a:gd name="connsiteY117" fmla="*/ 3597336 h 6858000"/>
              <a:gd name="connsiteX118" fmla="*/ 5084254 w 6096000"/>
              <a:gd name="connsiteY118" fmla="*/ 3606007 h 6858000"/>
              <a:gd name="connsiteX119" fmla="*/ 5084281 w 6096000"/>
              <a:gd name="connsiteY119" fmla="*/ 3641228 h 6858000"/>
              <a:gd name="connsiteX120" fmla="*/ 5091848 w 6096000"/>
              <a:gd name="connsiteY120" fmla="*/ 3653088 h 6858000"/>
              <a:gd name="connsiteX121" fmla="*/ 5097436 w 6096000"/>
              <a:gd name="connsiteY121" fmla="*/ 3664114 h 6858000"/>
              <a:gd name="connsiteX122" fmla="*/ 5097518 w 6096000"/>
              <a:gd name="connsiteY122" fmla="*/ 3665569 h 6858000"/>
              <a:gd name="connsiteX123" fmla="*/ 5099829 w 6096000"/>
              <a:gd name="connsiteY123" fmla="*/ 3707357 h 6858000"/>
              <a:gd name="connsiteX124" fmla="*/ 5114696 w 6096000"/>
              <a:gd name="connsiteY124" fmla="*/ 3778166 h 6858000"/>
              <a:gd name="connsiteX125" fmla="*/ 5135379 w 6096000"/>
              <a:gd name="connsiteY125" fmla="*/ 3878222 h 6858000"/>
              <a:gd name="connsiteX126" fmla="*/ 5130138 w 6096000"/>
              <a:gd name="connsiteY126" fmla="*/ 4048117 h 6858000"/>
              <a:gd name="connsiteX127" fmla="*/ 5090040 w 6096000"/>
              <a:gd name="connsiteY127" fmla="*/ 4219510 h 6858000"/>
              <a:gd name="connsiteX128" fmla="*/ 5092812 w 6096000"/>
              <a:gd name="connsiteY128" fmla="*/ 4411258 h 6858000"/>
              <a:gd name="connsiteX129" fmla="*/ 5084599 w 6096000"/>
              <a:gd name="connsiteY129" fmla="*/ 4488531 h 6858000"/>
              <a:gd name="connsiteX130" fmla="*/ 5084072 w 6096000"/>
              <a:gd name="connsiteY130" fmla="*/ 4539168 h 6858000"/>
              <a:gd name="connsiteX131" fmla="*/ 5068936 w 6096000"/>
              <a:gd name="connsiteY131" fmla="*/ 4625153 h 6858000"/>
              <a:gd name="connsiteX132" fmla="*/ 5059114 w 6096000"/>
              <a:gd name="connsiteY132" fmla="*/ 4733115 h 6858000"/>
              <a:gd name="connsiteX133" fmla="*/ 5037209 w 6096000"/>
              <a:gd name="connsiteY133" fmla="*/ 4844323 h 6858000"/>
              <a:gd name="connsiteX134" fmla="*/ 5020638 w 6096000"/>
              <a:gd name="connsiteY134" fmla="*/ 4877992 h 6858000"/>
              <a:gd name="connsiteX135" fmla="*/ 5006413 w 6096000"/>
              <a:gd name="connsiteY135" fmla="*/ 4925805 h 6858000"/>
              <a:gd name="connsiteX136" fmla="*/ 4971037 w 6096000"/>
              <a:gd name="connsiteY136" fmla="*/ 5009272 h 6858000"/>
              <a:gd name="connsiteX137" fmla="*/ 4963105 w 6096000"/>
              <a:gd name="connsiteY137" fmla="*/ 5111369 h 6858000"/>
              <a:gd name="connsiteX138" fmla="*/ 4976341 w 6096000"/>
              <a:gd name="connsiteY138" fmla="*/ 5210876 h 6858000"/>
              <a:gd name="connsiteX139" fmla="*/ 4980617 w 6096000"/>
              <a:gd name="connsiteY139" fmla="*/ 5269726 h 6858000"/>
              <a:gd name="connsiteX140" fmla="*/ 4997733 w 6096000"/>
              <a:gd name="connsiteY140" fmla="*/ 5464225 h 6858000"/>
              <a:gd name="connsiteX141" fmla="*/ 5001400 w 6096000"/>
              <a:gd name="connsiteY141" fmla="*/ 5594585 h 6858000"/>
              <a:gd name="connsiteX142" fmla="*/ 4983700 w 6096000"/>
              <a:gd name="connsiteY142" fmla="*/ 5667896 h 6858000"/>
              <a:gd name="connsiteX143" fmla="*/ 4968506 w 6096000"/>
              <a:gd name="connsiteY143" fmla="*/ 5769225 h 6858000"/>
              <a:gd name="connsiteX144" fmla="*/ 4969765 w 6096000"/>
              <a:gd name="connsiteY144" fmla="*/ 5823324 h 6858000"/>
              <a:gd name="connsiteX145" fmla="*/ 4966129 w 6096000"/>
              <a:gd name="connsiteY145" fmla="*/ 5862699 h 6858000"/>
              <a:gd name="connsiteX146" fmla="*/ 4970695 w 6096000"/>
              <a:gd name="connsiteY146" fmla="*/ 5906467 h 6858000"/>
              <a:gd name="connsiteX147" fmla="*/ 4991568 w 6096000"/>
              <a:gd name="connsiteY147" fmla="*/ 5939847 h 6858000"/>
              <a:gd name="connsiteX148" fmla="*/ 4986815 w 6096000"/>
              <a:gd name="connsiteY148" fmla="*/ 5973994 h 6858000"/>
              <a:gd name="connsiteX149" fmla="*/ 4987776 w 6096000"/>
              <a:gd name="connsiteY149" fmla="*/ 6089693 h 6858000"/>
              <a:gd name="connsiteX150" fmla="*/ 4991621 w 6096000"/>
              <a:gd name="connsiteY150" fmla="*/ 6224938 h 6858000"/>
              <a:gd name="connsiteX151" fmla="*/ 5017157 w 6096000"/>
              <a:gd name="connsiteY151" fmla="*/ 6370251 h 6858000"/>
              <a:gd name="connsiteX152" fmla="*/ 5040797 w 6096000"/>
              <a:gd name="connsiteY152" fmla="*/ 6541313 h 6858000"/>
              <a:gd name="connsiteX153" fmla="*/ 5045375 w 6096000"/>
              <a:gd name="connsiteY153" fmla="*/ 6640957 h 6858000"/>
              <a:gd name="connsiteX154" fmla="*/ 5058442 w 6096000"/>
              <a:gd name="connsiteY154" fmla="*/ 6705297 h 6858000"/>
              <a:gd name="connsiteX155" fmla="*/ 5071125 w 6096000"/>
              <a:gd name="connsiteY155" fmla="*/ 6759582 h 6858000"/>
              <a:gd name="connsiteX156" fmla="*/ 5069172 w 6096000"/>
              <a:gd name="connsiteY156" fmla="*/ 6817746 h 6858000"/>
              <a:gd name="connsiteX157" fmla="*/ 5072322 w 6096000"/>
              <a:gd name="connsiteY157" fmla="*/ 6843646 h 6858000"/>
              <a:gd name="connsiteX158" fmla="*/ 5091388 w 6096000"/>
              <a:gd name="connsiteY158" fmla="*/ 6857998 h 6858000"/>
              <a:gd name="connsiteX159" fmla="*/ 6096000 w 6096000"/>
              <a:gd name="connsiteY159" fmla="*/ 6857998 h 6858000"/>
              <a:gd name="connsiteX160" fmla="*/ 6096000 w 6096000"/>
              <a:gd name="connsiteY160" fmla="*/ 6858000 h 6858000"/>
              <a:gd name="connsiteX161" fmla="*/ 0 w 6096000"/>
              <a:gd name="connsiteY16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Lst>
            <a:rect l="l" t="t" r="r" b="b"/>
            <a:pathLst>
              <a:path w="6096000" h="6858000">
                <a:moveTo>
                  <a:pt x="0" y="0"/>
                </a:moveTo>
                <a:lnTo>
                  <a:pt x="5567517" y="0"/>
                </a:lnTo>
                <a:lnTo>
                  <a:pt x="5566938" y="1705"/>
                </a:lnTo>
                <a:cubicBezTo>
                  <a:pt x="5563126" y="8440"/>
                  <a:pt x="5558112" y="13784"/>
                  <a:pt x="5551594" y="17287"/>
                </a:cubicBezTo>
                <a:cubicBezTo>
                  <a:pt x="5562364" y="82036"/>
                  <a:pt x="5510349" y="69804"/>
                  <a:pt x="5545641" y="130336"/>
                </a:cubicBezTo>
                <a:cubicBezTo>
                  <a:pt x="5526953" y="117589"/>
                  <a:pt x="5536978" y="162458"/>
                  <a:pt x="5538289" y="187093"/>
                </a:cubicBezTo>
                <a:cubicBezTo>
                  <a:pt x="5536205" y="226511"/>
                  <a:pt x="5545722" y="205530"/>
                  <a:pt x="5545790" y="265704"/>
                </a:cubicBezTo>
                <a:cubicBezTo>
                  <a:pt x="5542296" y="317533"/>
                  <a:pt x="5543813" y="325288"/>
                  <a:pt x="5542313" y="354566"/>
                </a:cubicBezTo>
                <a:lnTo>
                  <a:pt x="5524126" y="472000"/>
                </a:lnTo>
                <a:lnTo>
                  <a:pt x="5522170" y="473782"/>
                </a:lnTo>
                <a:cubicBezTo>
                  <a:pt x="5517847" y="482008"/>
                  <a:pt x="5518682" y="487340"/>
                  <a:pt x="5521798" y="491380"/>
                </a:cubicBezTo>
                <a:lnTo>
                  <a:pt x="5536419" y="531675"/>
                </a:lnTo>
                <a:lnTo>
                  <a:pt x="5533435" y="536015"/>
                </a:lnTo>
                <a:lnTo>
                  <a:pt x="5538088" y="572092"/>
                </a:lnTo>
                <a:lnTo>
                  <a:pt x="5536061" y="572511"/>
                </a:lnTo>
                <a:cubicBezTo>
                  <a:pt x="5531611" y="574271"/>
                  <a:pt x="5528529" y="577121"/>
                  <a:pt x="5528218" y="582332"/>
                </a:cubicBezTo>
                <a:cubicBezTo>
                  <a:pt x="5498002" y="573171"/>
                  <a:pt x="5516262" y="585107"/>
                  <a:pt x="5518011" y="601285"/>
                </a:cubicBezTo>
                <a:cubicBezTo>
                  <a:pt x="5508838" y="617831"/>
                  <a:pt x="5480684" y="666964"/>
                  <a:pt x="5473174" y="681608"/>
                </a:cubicBezTo>
                <a:cubicBezTo>
                  <a:pt x="5473102" y="684122"/>
                  <a:pt x="5473033" y="686637"/>
                  <a:pt x="5472963" y="689151"/>
                </a:cubicBezTo>
                <a:lnTo>
                  <a:pt x="5472485" y="689289"/>
                </a:lnTo>
                <a:cubicBezTo>
                  <a:pt x="5471434" y="690905"/>
                  <a:pt x="5470986" y="693376"/>
                  <a:pt x="5471326" y="697222"/>
                </a:cubicBezTo>
                <a:cubicBezTo>
                  <a:pt x="5471606" y="703992"/>
                  <a:pt x="5471884" y="710761"/>
                  <a:pt x="5472164" y="717531"/>
                </a:cubicBezTo>
                <a:lnTo>
                  <a:pt x="5468891" y="722494"/>
                </a:lnTo>
                <a:lnTo>
                  <a:pt x="5463081" y="724368"/>
                </a:lnTo>
                <a:lnTo>
                  <a:pt x="5446981" y="752692"/>
                </a:lnTo>
                <a:cubicBezTo>
                  <a:pt x="5454691" y="764380"/>
                  <a:pt x="5422719" y="808083"/>
                  <a:pt x="5417190" y="816346"/>
                </a:cubicBezTo>
                <a:lnTo>
                  <a:pt x="5388958" y="889417"/>
                </a:lnTo>
                <a:cubicBezTo>
                  <a:pt x="5320491" y="969963"/>
                  <a:pt x="5321907" y="1005331"/>
                  <a:pt x="5307044" y="1063288"/>
                </a:cubicBezTo>
                <a:cubicBezTo>
                  <a:pt x="5313332" y="1111028"/>
                  <a:pt x="5317096" y="1110140"/>
                  <a:pt x="5303837" y="1157176"/>
                </a:cubicBezTo>
                <a:cubicBezTo>
                  <a:pt x="5301103" y="1192124"/>
                  <a:pt x="5301884" y="1197232"/>
                  <a:pt x="5286494" y="1210776"/>
                </a:cubicBezTo>
                <a:lnTo>
                  <a:pt x="5282463" y="1301993"/>
                </a:lnTo>
                <a:lnTo>
                  <a:pt x="5252235" y="1360879"/>
                </a:lnTo>
                <a:lnTo>
                  <a:pt x="5244497" y="1404045"/>
                </a:lnTo>
                <a:lnTo>
                  <a:pt x="5223823" y="1429568"/>
                </a:lnTo>
                <a:lnTo>
                  <a:pt x="5224851" y="1430305"/>
                </a:lnTo>
                <a:cubicBezTo>
                  <a:pt x="5226697" y="1432466"/>
                  <a:pt x="5214738" y="1459891"/>
                  <a:pt x="5212394" y="1463304"/>
                </a:cubicBezTo>
                <a:cubicBezTo>
                  <a:pt x="5209912" y="1477394"/>
                  <a:pt x="5213027" y="1501295"/>
                  <a:pt x="5209958" y="1514846"/>
                </a:cubicBezTo>
                <a:lnTo>
                  <a:pt x="5206417" y="1519731"/>
                </a:lnTo>
                <a:lnTo>
                  <a:pt x="5206640" y="1519929"/>
                </a:lnTo>
                <a:cubicBezTo>
                  <a:pt x="5206490" y="1521210"/>
                  <a:pt x="5209710" y="1543635"/>
                  <a:pt x="5207632" y="1546022"/>
                </a:cubicBezTo>
                <a:lnTo>
                  <a:pt x="5212030" y="1578752"/>
                </a:lnTo>
                <a:cubicBezTo>
                  <a:pt x="5206147" y="1605585"/>
                  <a:pt x="5226381" y="1622803"/>
                  <a:pt x="5203533" y="1647555"/>
                </a:cubicBezTo>
                <a:cubicBezTo>
                  <a:pt x="5198128" y="1672675"/>
                  <a:pt x="5203213" y="1694404"/>
                  <a:pt x="5190877" y="1715685"/>
                </a:cubicBezTo>
                <a:cubicBezTo>
                  <a:pt x="5196815" y="1724301"/>
                  <a:pt x="5198098" y="1732435"/>
                  <a:pt x="5184235" y="1740358"/>
                </a:cubicBezTo>
                <a:cubicBezTo>
                  <a:pt x="5182625" y="1763793"/>
                  <a:pt x="5198368" y="1769422"/>
                  <a:pt x="5181475" y="1784314"/>
                </a:cubicBezTo>
                <a:cubicBezTo>
                  <a:pt x="5205987" y="1797417"/>
                  <a:pt x="5195246" y="1798221"/>
                  <a:pt x="5185845" y="1804434"/>
                </a:cubicBezTo>
                <a:lnTo>
                  <a:pt x="5185068" y="1805316"/>
                </a:lnTo>
                <a:lnTo>
                  <a:pt x="5188593" y="1807109"/>
                </a:lnTo>
                <a:lnTo>
                  <a:pt x="5185920" y="1821003"/>
                </a:lnTo>
                <a:lnTo>
                  <a:pt x="5183543" y="1824832"/>
                </a:lnTo>
                <a:cubicBezTo>
                  <a:pt x="5182284" y="1827468"/>
                  <a:pt x="5181937" y="1829219"/>
                  <a:pt x="5182235" y="1830429"/>
                </a:cubicBezTo>
                <a:lnTo>
                  <a:pt x="5182525" y="1830569"/>
                </a:lnTo>
                <a:lnTo>
                  <a:pt x="5180663" y="1835810"/>
                </a:lnTo>
                <a:cubicBezTo>
                  <a:pt x="5176779" y="1844665"/>
                  <a:pt x="5172297" y="1853278"/>
                  <a:pt x="5167452" y="1861483"/>
                </a:cubicBezTo>
                <a:cubicBezTo>
                  <a:pt x="5179827" y="1866643"/>
                  <a:pt x="5166788" y="1884999"/>
                  <a:pt x="5174266" y="1892417"/>
                </a:cubicBezTo>
                <a:lnTo>
                  <a:pt x="5189262" y="1895114"/>
                </a:lnTo>
                <a:lnTo>
                  <a:pt x="5187100" y="1899379"/>
                </a:lnTo>
                <a:lnTo>
                  <a:pt x="5180471" y="1907867"/>
                </a:lnTo>
                <a:cubicBezTo>
                  <a:pt x="5179609" y="1909162"/>
                  <a:pt x="5179647" y="1909994"/>
                  <a:pt x="5181361" y="1910265"/>
                </a:cubicBezTo>
                <a:cubicBezTo>
                  <a:pt x="5180995" y="1914884"/>
                  <a:pt x="5177893" y="1930292"/>
                  <a:pt x="5178268" y="1935584"/>
                </a:cubicBezTo>
                <a:lnTo>
                  <a:pt x="5183619" y="1942021"/>
                </a:lnTo>
                <a:lnTo>
                  <a:pt x="5184480" y="1945112"/>
                </a:lnTo>
                <a:lnTo>
                  <a:pt x="5172776" y="1961162"/>
                </a:lnTo>
                <a:lnTo>
                  <a:pt x="5168513" y="1969445"/>
                </a:lnTo>
                <a:lnTo>
                  <a:pt x="5126597" y="2024270"/>
                </a:lnTo>
                <a:lnTo>
                  <a:pt x="5119528" y="2107942"/>
                </a:lnTo>
                <a:cubicBezTo>
                  <a:pt x="5089290" y="2138038"/>
                  <a:pt x="5110415" y="2159228"/>
                  <a:pt x="5110356" y="2193455"/>
                </a:cubicBezTo>
                <a:cubicBezTo>
                  <a:pt x="5101302" y="2220953"/>
                  <a:pt x="5110381" y="2224200"/>
                  <a:pt x="5104992" y="2260088"/>
                </a:cubicBezTo>
                <a:cubicBezTo>
                  <a:pt x="5096504" y="2291744"/>
                  <a:pt x="5078225" y="2299003"/>
                  <a:pt x="5059439" y="2335735"/>
                </a:cubicBezTo>
                <a:cubicBezTo>
                  <a:pt x="5029465" y="2329020"/>
                  <a:pt x="5058046" y="2407546"/>
                  <a:pt x="5022061" y="2408995"/>
                </a:cubicBezTo>
                <a:cubicBezTo>
                  <a:pt x="5023289" y="2413465"/>
                  <a:pt x="5019654" y="2441580"/>
                  <a:pt x="5022253" y="2445869"/>
                </a:cubicBezTo>
                <a:cubicBezTo>
                  <a:pt x="5022440" y="2449625"/>
                  <a:pt x="5011241" y="2492743"/>
                  <a:pt x="5011426" y="2496499"/>
                </a:cubicBezTo>
                <a:lnTo>
                  <a:pt x="4994224" y="2549900"/>
                </a:lnTo>
                <a:cubicBezTo>
                  <a:pt x="4992353" y="2564757"/>
                  <a:pt x="4998952" y="2582253"/>
                  <a:pt x="4995245" y="2596456"/>
                </a:cubicBezTo>
                <a:lnTo>
                  <a:pt x="4988570" y="2606088"/>
                </a:lnTo>
                <a:cubicBezTo>
                  <a:pt x="4988504" y="2615842"/>
                  <a:pt x="4988436" y="2625597"/>
                  <a:pt x="4988371" y="2635351"/>
                </a:cubicBezTo>
                <a:lnTo>
                  <a:pt x="4983212" y="2665666"/>
                </a:lnTo>
                <a:lnTo>
                  <a:pt x="4968234" y="2715895"/>
                </a:lnTo>
                <a:lnTo>
                  <a:pt x="4975888" y="2725052"/>
                </a:lnTo>
                <a:lnTo>
                  <a:pt x="4980195" y="2726489"/>
                </a:lnTo>
                <a:lnTo>
                  <a:pt x="4976218" y="2740278"/>
                </a:lnTo>
                <a:lnTo>
                  <a:pt x="4980571" y="2751112"/>
                </a:lnTo>
                <a:lnTo>
                  <a:pt x="4973893" y="2760208"/>
                </a:lnTo>
                <a:lnTo>
                  <a:pt x="4979005" y="2790136"/>
                </a:lnTo>
                <a:lnTo>
                  <a:pt x="4986137" y="2804183"/>
                </a:lnTo>
                <a:cubicBezTo>
                  <a:pt x="4986150" y="2811409"/>
                  <a:pt x="4986162" y="2818634"/>
                  <a:pt x="4986175" y="2825860"/>
                </a:cubicBezTo>
                <a:cubicBezTo>
                  <a:pt x="4987474" y="2843788"/>
                  <a:pt x="4992871" y="2886513"/>
                  <a:pt x="4993936" y="2911749"/>
                </a:cubicBezTo>
                <a:cubicBezTo>
                  <a:pt x="4993313" y="2946689"/>
                  <a:pt x="4980300" y="2954448"/>
                  <a:pt x="4992563" y="2977278"/>
                </a:cubicBezTo>
                <a:cubicBezTo>
                  <a:pt x="4985688" y="2983455"/>
                  <a:pt x="4982051" y="2987749"/>
                  <a:pt x="4980516" y="2991092"/>
                </a:cubicBezTo>
                <a:cubicBezTo>
                  <a:pt x="4975910" y="3001119"/>
                  <a:pt x="4990216" y="3002537"/>
                  <a:pt x="4992801" y="3020247"/>
                </a:cubicBezTo>
                <a:cubicBezTo>
                  <a:pt x="4998517" y="3032637"/>
                  <a:pt x="5013148" y="3051512"/>
                  <a:pt x="5014805" y="3065434"/>
                </a:cubicBezTo>
                <a:cubicBezTo>
                  <a:pt x="4998836" y="3057428"/>
                  <a:pt x="5016840" y="3105196"/>
                  <a:pt x="5002733" y="3103777"/>
                </a:cubicBezTo>
                <a:cubicBezTo>
                  <a:pt x="5022381" y="3124610"/>
                  <a:pt x="4997365" y="3128169"/>
                  <a:pt x="5002941" y="3151828"/>
                </a:cubicBezTo>
                <a:cubicBezTo>
                  <a:pt x="5010264" y="3163902"/>
                  <a:pt x="5011356" y="3171780"/>
                  <a:pt x="5002883" y="3180546"/>
                </a:cubicBezTo>
                <a:cubicBezTo>
                  <a:pt x="5038586" y="3236545"/>
                  <a:pt x="5003723" y="3210316"/>
                  <a:pt x="5016711" y="3258677"/>
                </a:cubicBezTo>
                <a:lnTo>
                  <a:pt x="5017918" y="3262610"/>
                </a:lnTo>
                <a:lnTo>
                  <a:pt x="5011672" y="3277179"/>
                </a:lnTo>
                <a:lnTo>
                  <a:pt x="5009344" y="3278130"/>
                </a:lnTo>
                <a:lnTo>
                  <a:pt x="5026770" y="3325671"/>
                </a:lnTo>
                <a:lnTo>
                  <a:pt x="5024571" y="3332072"/>
                </a:lnTo>
                <a:lnTo>
                  <a:pt x="5041705" y="3362948"/>
                </a:lnTo>
                <a:lnTo>
                  <a:pt x="5047477" y="3378959"/>
                </a:lnTo>
                <a:lnTo>
                  <a:pt x="5060758" y="3407057"/>
                </a:lnTo>
                <a:lnTo>
                  <a:pt x="5058968" y="3409825"/>
                </a:lnTo>
                <a:lnTo>
                  <a:pt x="5062667" y="3415218"/>
                </a:lnTo>
                <a:lnTo>
                  <a:pt x="5060928" y="3419880"/>
                </a:lnTo>
                <a:lnTo>
                  <a:pt x="5062923" y="3424545"/>
                </a:lnTo>
                <a:cubicBezTo>
                  <a:pt x="5063537" y="3433967"/>
                  <a:pt x="5063494" y="3466028"/>
                  <a:pt x="5064623" y="3476412"/>
                </a:cubicBezTo>
                <a:lnTo>
                  <a:pt x="5069684" y="3486850"/>
                </a:lnTo>
                <a:lnTo>
                  <a:pt x="5063339" y="3496391"/>
                </a:lnTo>
                <a:lnTo>
                  <a:pt x="5070139" y="3531201"/>
                </a:lnTo>
                <a:lnTo>
                  <a:pt x="5079896" y="3542019"/>
                </a:lnTo>
                <a:lnTo>
                  <a:pt x="5087540" y="3552249"/>
                </a:lnTo>
                <a:lnTo>
                  <a:pt x="5087902" y="3553678"/>
                </a:lnTo>
                <a:lnTo>
                  <a:pt x="5091509" y="3568021"/>
                </a:lnTo>
                <a:lnTo>
                  <a:pt x="5091934" y="3569719"/>
                </a:lnTo>
                <a:lnTo>
                  <a:pt x="5089362" y="3586412"/>
                </a:lnTo>
                <a:lnTo>
                  <a:pt x="5092358" y="3597336"/>
                </a:lnTo>
                <a:lnTo>
                  <a:pt x="5084254" y="3606007"/>
                </a:lnTo>
                <a:cubicBezTo>
                  <a:pt x="5084262" y="3617747"/>
                  <a:pt x="5084273" y="3629488"/>
                  <a:pt x="5084281" y="3641228"/>
                </a:cubicBezTo>
                <a:lnTo>
                  <a:pt x="5091848" y="3653088"/>
                </a:lnTo>
                <a:lnTo>
                  <a:pt x="5097436" y="3664114"/>
                </a:lnTo>
                <a:cubicBezTo>
                  <a:pt x="5097463" y="3664599"/>
                  <a:pt x="5097491" y="3665084"/>
                  <a:pt x="5097518" y="3665569"/>
                </a:cubicBezTo>
                <a:cubicBezTo>
                  <a:pt x="5097915" y="3672776"/>
                  <a:pt x="5096966" y="3688591"/>
                  <a:pt x="5099829" y="3707357"/>
                </a:cubicBezTo>
                <a:cubicBezTo>
                  <a:pt x="5100505" y="3724716"/>
                  <a:pt x="5118078" y="3760234"/>
                  <a:pt x="5114696" y="3778166"/>
                </a:cubicBezTo>
                <a:cubicBezTo>
                  <a:pt x="5141627" y="3845122"/>
                  <a:pt x="5125427" y="3821305"/>
                  <a:pt x="5135379" y="3878222"/>
                </a:cubicBezTo>
                <a:cubicBezTo>
                  <a:pt x="5161519" y="3905047"/>
                  <a:pt x="5125417" y="4015047"/>
                  <a:pt x="5130138" y="4048117"/>
                </a:cubicBezTo>
                <a:cubicBezTo>
                  <a:pt x="5081804" y="4192084"/>
                  <a:pt x="5096262" y="4158987"/>
                  <a:pt x="5090040" y="4219510"/>
                </a:cubicBezTo>
                <a:cubicBezTo>
                  <a:pt x="5104553" y="4280033"/>
                  <a:pt x="5065380" y="4345686"/>
                  <a:pt x="5092812" y="4411258"/>
                </a:cubicBezTo>
                <a:cubicBezTo>
                  <a:pt x="5090630" y="4437329"/>
                  <a:pt x="5083878" y="4473140"/>
                  <a:pt x="5084599" y="4488531"/>
                </a:cubicBezTo>
                <a:cubicBezTo>
                  <a:pt x="5084423" y="4505410"/>
                  <a:pt x="5084248" y="4522289"/>
                  <a:pt x="5084072" y="4539168"/>
                </a:cubicBezTo>
                <a:cubicBezTo>
                  <a:pt x="5072114" y="4567830"/>
                  <a:pt x="5064305" y="4588197"/>
                  <a:pt x="5068936" y="4625153"/>
                </a:cubicBezTo>
                <a:cubicBezTo>
                  <a:pt x="5077433" y="4662889"/>
                  <a:pt x="5065899" y="4679357"/>
                  <a:pt x="5059114" y="4733115"/>
                </a:cubicBezTo>
                <a:cubicBezTo>
                  <a:pt x="5068687" y="4752352"/>
                  <a:pt x="5055370" y="4832308"/>
                  <a:pt x="5037209" y="4844323"/>
                </a:cubicBezTo>
                <a:cubicBezTo>
                  <a:pt x="5033444" y="4857054"/>
                  <a:pt x="5040194" y="4871554"/>
                  <a:pt x="5020638" y="4877992"/>
                </a:cubicBezTo>
                <a:cubicBezTo>
                  <a:pt x="4997151" y="4888353"/>
                  <a:pt x="5034418" y="4931200"/>
                  <a:pt x="5006413" y="4925805"/>
                </a:cubicBezTo>
                <a:cubicBezTo>
                  <a:pt x="5031964" y="4956261"/>
                  <a:pt x="4982840" y="4982633"/>
                  <a:pt x="4971037" y="5009272"/>
                </a:cubicBezTo>
                <a:cubicBezTo>
                  <a:pt x="4973259" y="5034036"/>
                  <a:pt x="4968375" y="5053859"/>
                  <a:pt x="4963105" y="5111369"/>
                </a:cubicBezTo>
                <a:cubicBezTo>
                  <a:pt x="4973224" y="5141336"/>
                  <a:pt x="4937413" y="5161742"/>
                  <a:pt x="4976341" y="5210876"/>
                </a:cubicBezTo>
                <a:cubicBezTo>
                  <a:pt x="4972455" y="5212581"/>
                  <a:pt x="4977054" y="5227501"/>
                  <a:pt x="4980617" y="5269726"/>
                </a:cubicBezTo>
                <a:cubicBezTo>
                  <a:pt x="4984182" y="5311951"/>
                  <a:pt x="4990390" y="5400671"/>
                  <a:pt x="4997733" y="5464225"/>
                </a:cubicBezTo>
                <a:cubicBezTo>
                  <a:pt x="5001765" y="5536542"/>
                  <a:pt x="4990225" y="5517959"/>
                  <a:pt x="5001400" y="5594585"/>
                </a:cubicBezTo>
                <a:cubicBezTo>
                  <a:pt x="4999908" y="5619318"/>
                  <a:pt x="4974042" y="5647975"/>
                  <a:pt x="4983700" y="5667896"/>
                </a:cubicBezTo>
                <a:cubicBezTo>
                  <a:pt x="4976834" y="5696311"/>
                  <a:pt x="4975579" y="5738356"/>
                  <a:pt x="4968506" y="5769225"/>
                </a:cubicBezTo>
                <a:cubicBezTo>
                  <a:pt x="4968926" y="5787258"/>
                  <a:pt x="4969344" y="5805291"/>
                  <a:pt x="4969765" y="5823324"/>
                </a:cubicBezTo>
                <a:cubicBezTo>
                  <a:pt x="4966122" y="5853058"/>
                  <a:pt x="4965608" y="5838948"/>
                  <a:pt x="4966129" y="5862699"/>
                </a:cubicBezTo>
                <a:lnTo>
                  <a:pt x="4970695" y="5906467"/>
                </a:lnTo>
                <a:lnTo>
                  <a:pt x="4991568" y="5939847"/>
                </a:lnTo>
                <a:cubicBezTo>
                  <a:pt x="4998848" y="5955713"/>
                  <a:pt x="4974731" y="5940131"/>
                  <a:pt x="4986815" y="5973994"/>
                </a:cubicBezTo>
                <a:cubicBezTo>
                  <a:pt x="4961187" y="5997051"/>
                  <a:pt x="4983444" y="6032039"/>
                  <a:pt x="4987776" y="6089693"/>
                </a:cubicBezTo>
                <a:lnTo>
                  <a:pt x="4991621" y="6224938"/>
                </a:lnTo>
                <a:cubicBezTo>
                  <a:pt x="4988442" y="6270972"/>
                  <a:pt x="5008962" y="6317522"/>
                  <a:pt x="5017157" y="6370251"/>
                </a:cubicBezTo>
                <a:cubicBezTo>
                  <a:pt x="5025353" y="6422980"/>
                  <a:pt x="5039938" y="6490855"/>
                  <a:pt x="5040797" y="6541313"/>
                </a:cubicBezTo>
                <a:cubicBezTo>
                  <a:pt x="5039898" y="6576319"/>
                  <a:pt x="5031912" y="6591883"/>
                  <a:pt x="5045375" y="6640957"/>
                </a:cubicBezTo>
                <a:cubicBezTo>
                  <a:pt x="5057505" y="6669536"/>
                  <a:pt x="5052276" y="6675394"/>
                  <a:pt x="5058442" y="6705297"/>
                </a:cubicBezTo>
                <a:cubicBezTo>
                  <a:pt x="5057367" y="6727133"/>
                  <a:pt x="5067901" y="6732087"/>
                  <a:pt x="5071125" y="6759582"/>
                </a:cubicBezTo>
                <a:cubicBezTo>
                  <a:pt x="5055614" y="6796071"/>
                  <a:pt x="5051656" y="6769544"/>
                  <a:pt x="5069172" y="6817746"/>
                </a:cubicBezTo>
                <a:cubicBezTo>
                  <a:pt x="5060956" y="6828354"/>
                  <a:pt x="5064525" y="6836369"/>
                  <a:pt x="5072322" y="6843646"/>
                </a:cubicBezTo>
                <a:lnTo>
                  <a:pt x="5091388" y="6857998"/>
                </a:lnTo>
                <a:lnTo>
                  <a:pt x="6096000" y="6857998"/>
                </a:lnTo>
                <a:lnTo>
                  <a:pt x="6096000" y="6858000"/>
                </a:lnTo>
                <a:lnTo>
                  <a:pt x="0" y="6858000"/>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F9BAC694-A647-349A-4E84-EA164E5AE583}"/>
              </a:ext>
            </a:extLst>
          </p:cNvPr>
          <p:cNvSpPr>
            <a:spLocks noGrp="1"/>
          </p:cNvSpPr>
          <p:nvPr>
            <p:ph type="title"/>
          </p:nvPr>
        </p:nvSpPr>
        <p:spPr>
          <a:xfrm>
            <a:off x="0" y="23740"/>
            <a:ext cx="12192000" cy="1212778"/>
          </a:xfrm>
        </p:spPr>
        <p:txBody>
          <a:bodyPr>
            <a:normAutofit/>
          </a:bodyPr>
          <a:lstStyle/>
          <a:p>
            <a:pPr algn="ctr"/>
            <a:r>
              <a:rPr lang="en-US" sz="6000" u="sng" dirty="0">
                <a:solidFill>
                  <a:schemeClr val="bg1"/>
                </a:solidFill>
                <a:highlight>
                  <a:srgbClr val="000000"/>
                </a:highlight>
                <a:latin typeface="Agency FB" panose="020B0503020202020204" pitchFamily="34" charset="0"/>
              </a:rPr>
              <a:t>_</a:t>
            </a:r>
            <a:r>
              <a:rPr lang="en-US" sz="6000" u="sng" dirty="0" err="1">
                <a:solidFill>
                  <a:schemeClr val="bg1"/>
                </a:solidFill>
                <a:highlight>
                  <a:srgbClr val="000000"/>
                </a:highlight>
                <a:latin typeface="Agency FB" panose="020B0503020202020204" pitchFamily="34" charset="0"/>
              </a:rPr>
              <a:t>Szekszárd</a:t>
            </a:r>
            <a:r>
              <a:rPr lang="en-US" sz="6000" u="sng" dirty="0">
                <a:solidFill>
                  <a:schemeClr val="bg1"/>
                </a:solidFill>
                <a:highlight>
                  <a:srgbClr val="000000"/>
                </a:highlight>
                <a:latin typeface="Agency FB" panose="020B0503020202020204" pitchFamily="34" charset="0"/>
              </a:rPr>
              <a:t>_</a:t>
            </a:r>
          </a:p>
        </p:txBody>
      </p:sp>
      <p:pic>
        <p:nvPicPr>
          <p:cNvPr id="6" name="Picture 5">
            <a:extLst>
              <a:ext uri="{FF2B5EF4-FFF2-40B4-BE49-F238E27FC236}">
                <a16:creationId xmlns:a16="http://schemas.microsoft.com/office/drawing/2014/main" id="{610DB6D8-67A4-F6D9-85EA-BFD8AFD0F849}"/>
              </a:ext>
            </a:extLst>
          </p:cNvPr>
          <p:cNvPicPr>
            <a:picLocks noChangeAspect="1"/>
          </p:cNvPicPr>
          <p:nvPr/>
        </p:nvPicPr>
        <p:blipFill>
          <a:blip r:embed="rId3"/>
          <a:stretch>
            <a:fillRect/>
          </a:stretch>
        </p:blipFill>
        <p:spPr>
          <a:xfrm>
            <a:off x="5502208" y="1423554"/>
            <a:ext cx="6300693" cy="4010891"/>
          </a:xfrm>
          <a:prstGeom prst="rect">
            <a:avLst/>
          </a:prstGeom>
        </p:spPr>
      </p:pic>
      <p:sp>
        <p:nvSpPr>
          <p:cNvPr id="7" name="Rectangle 1">
            <a:extLst>
              <a:ext uri="{FF2B5EF4-FFF2-40B4-BE49-F238E27FC236}">
                <a16:creationId xmlns:a16="http://schemas.microsoft.com/office/drawing/2014/main" id="{E7E3FE34-BDAD-C5DC-F810-9F232BA28555}"/>
              </a:ext>
            </a:extLst>
          </p:cNvPr>
          <p:cNvSpPr txBox="1">
            <a:spLocks noChangeArrowheads="1"/>
          </p:cNvSpPr>
          <p:nvPr/>
        </p:nvSpPr>
        <p:spPr bwMode="auto">
          <a:xfrm>
            <a:off x="389099" y="2374322"/>
            <a:ext cx="4586513" cy="4010891"/>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0" compatLnSpc="1">
            <a:prstTxWarp prst="textNoShape">
              <a:avLst/>
            </a:prstTxWarp>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eaLnBrk="0" fontAlgn="base" hangingPunct="0">
              <a:spcBef>
                <a:spcPct val="0"/>
              </a:spcBef>
              <a:spcAft>
                <a:spcPts val="600"/>
              </a:spcAft>
              <a:buFont typeface="Wingdings" panose="05000000000000000000" pitchFamily="2" charset="2"/>
              <a:buChar char="q"/>
            </a:pPr>
            <a:r>
              <a:rPr lang="en-US" altLang="en-US" sz="2500" dirty="0">
                <a:latin typeface="Arial" panose="020B0604020202020204" pitchFamily="34" charset="0"/>
              </a:rPr>
              <a:t> </a:t>
            </a:r>
            <a:r>
              <a:rPr lang="en-US" altLang="en-US" sz="2500" dirty="0" err="1">
                <a:latin typeface="Arial" panose="020B0604020202020204" pitchFamily="34" charset="0"/>
              </a:rPr>
              <a:t>Helyiségek</a:t>
            </a:r>
            <a:r>
              <a:rPr lang="en-US" altLang="en-US" sz="2500" dirty="0">
                <a:latin typeface="Arial" panose="020B0604020202020204" pitchFamily="34" charset="0"/>
              </a:rPr>
              <a:t>: </a:t>
            </a:r>
            <a:r>
              <a:rPr lang="en-US" altLang="en-US" sz="2500" u="sng" dirty="0">
                <a:latin typeface="Arial" panose="020B0604020202020204" pitchFamily="34" charset="0"/>
              </a:rPr>
              <a:t>Iroda</a:t>
            </a:r>
            <a:r>
              <a:rPr lang="en-US" altLang="en-US" sz="2500" dirty="0">
                <a:latin typeface="Arial" panose="020B0604020202020204" pitchFamily="34" charset="0"/>
              </a:rPr>
              <a:t>, </a:t>
            </a:r>
            <a:r>
              <a:rPr lang="en-US" altLang="en-US" sz="2500" u="sng" dirty="0" err="1">
                <a:latin typeface="Arial" panose="020B0604020202020204" pitchFamily="34" charset="0"/>
              </a:rPr>
              <a:t>Szerver</a:t>
            </a:r>
            <a:r>
              <a:rPr lang="en-US" altLang="en-US" sz="2500" u="sng" dirty="0">
                <a:latin typeface="Arial" panose="020B0604020202020204" pitchFamily="34" charset="0"/>
              </a:rPr>
              <a:t> </a:t>
            </a:r>
            <a:r>
              <a:rPr lang="en-US" altLang="en-US" sz="2500" u="sng" dirty="0" err="1">
                <a:latin typeface="Arial" panose="020B0604020202020204" pitchFamily="34" charset="0"/>
              </a:rPr>
              <a:t>szoba</a:t>
            </a:r>
            <a:r>
              <a:rPr lang="en-US" altLang="en-US" sz="2500" dirty="0">
                <a:latin typeface="Arial" panose="020B0604020202020204" pitchFamily="34" charset="0"/>
              </a:rPr>
              <a:t>, </a:t>
            </a:r>
            <a:r>
              <a:rPr lang="en-US" altLang="en-US" sz="2500" b="1" dirty="0">
                <a:latin typeface="Arial" panose="020B0604020202020204" pitchFamily="34" charset="0"/>
              </a:rPr>
              <a:t>Admin</a:t>
            </a:r>
          </a:p>
          <a:p>
            <a:pPr eaLnBrk="0" fontAlgn="base" hangingPunct="0">
              <a:spcBef>
                <a:spcPct val="0"/>
              </a:spcBef>
              <a:spcAft>
                <a:spcPts val="600"/>
              </a:spcAft>
              <a:buFont typeface="Wingdings" panose="05000000000000000000" pitchFamily="2" charset="2"/>
              <a:buChar char="q"/>
            </a:pPr>
            <a:endParaRPr lang="en-US" altLang="en-US" sz="2500" dirty="0">
              <a:latin typeface="Arial" panose="020B0604020202020204" pitchFamily="34" charset="0"/>
            </a:endParaRPr>
          </a:p>
          <a:p>
            <a:pPr eaLnBrk="0" fontAlgn="base" hangingPunct="0">
              <a:spcBef>
                <a:spcPct val="0"/>
              </a:spcBef>
              <a:spcAft>
                <a:spcPts val="600"/>
              </a:spcAft>
              <a:buFont typeface="Wingdings" panose="05000000000000000000" pitchFamily="2" charset="2"/>
              <a:buChar char="q"/>
            </a:pPr>
            <a:r>
              <a:rPr lang="en-US" altLang="en-US" sz="2500" dirty="0">
                <a:latin typeface="Arial" panose="020B0604020202020204" pitchFamily="34" charset="0"/>
              </a:rPr>
              <a:t> </a:t>
            </a:r>
            <a:r>
              <a:rPr lang="en-US" altLang="en-US" sz="2500" i="1" dirty="0">
                <a:latin typeface="Arial" panose="020B0604020202020204" pitchFamily="34" charset="0"/>
              </a:rPr>
              <a:t>12</a:t>
            </a:r>
            <a:r>
              <a:rPr lang="en-US" altLang="en-US" sz="2500" dirty="0">
                <a:latin typeface="Arial" panose="020B0604020202020204" pitchFamily="34" charset="0"/>
              </a:rPr>
              <a:t> </a:t>
            </a:r>
            <a:r>
              <a:rPr lang="en-US" altLang="en-US" sz="2500" dirty="0" err="1">
                <a:latin typeface="Arial" panose="020B0604020202020204" pitchFamily="34" charset="0"/>
              </a:rPr>
              <a:t>gép</a:t>
            </a:r>
            <a:r>
              <a:rPr lang="en-US" altLang="en-US" sz="2500" dirty="0">
                <a:latin typeface="Arial" panose="020B0604020202020204" pitchFamily="34" charset="0"/>
              </a:rPr>
              <a:t>, </a:t>
            </a:r>
            <a:r>
              <a:rPr lang="en-US" altLang="en-US" sz="2500" i="1" dirty="0">
                <a:latin typeface="Arial" panose="020B0604020202020204" pitchFamily="34" charset="0"/>
              </a:rPr>
              <a:t>2</a:t>
            </a:r>
            <a:r>
              <a:rPr lang="en-US" altLang="en-US" sz="2500" dirty="0">
                <a:latin typeface="Arial" panose="020B0604020202020204" pitchFamily="34" charset="0"/>
              </a:rPr>
              <a:t> </a:t>
            </a:r>
            <a:r>
              <a:rPr lang="en-US" altLang="en-US" sz="2500" dirty="0" err="1">
                <a:latin typeface="Arial" panose="020B0604020202020204" pitchFamily="34" charset="0"/>
              </a:rPr>
              <a:t>nyomtató</a:t>
            </a:r>
            <a:r>
              <a:rPr lang="en-US" altLang="en-US" sz="2500" dirty="0">
                <a:latin typeface="Arial" panose="020B0604020202020204" pitchFamily="34" charset="0"/>
              </a:rPr>
              <a:t>, </a:t>
            </a:r>
            <a:r>
              <a:rPr lang="en-US" altLang="en-US" sz="2500" i="1" dirty="0">
                <a:latin typeface="Arial" panose="020B0604020202020204" pitchFamily="34" charset="0"/>
              </a:rPr>
              <a:t>3 </a:t>
            </a:r>
            <a:r>
              <a:rPr lang="en-US" altLang="en-US" sz="2500" dirty="0" err="1">
                <a:latin typeface="Arial" panose="020B0604020202020204" pitchFamily="34" charset="0"/>
              </a:rPr>
              <a:t>szerver</a:t>
            </a:r>
            <a:endParaRPr lang="en-US" altLang="en-US" sz="2500" dirty="0">
              <a:latin typeface="Arial" panose="020B0604020202020204" pitchFamily="34" charset="0"/>
            </a:endParaRPr>
          </a:p>
          <a:p>
            <a:pPr eaLnBrk="0" fontAlgn="base" hangingPunct="0">
              <a:spcBef>
                <a:spcPct val="0"/>
              </a:spcBef>
              <a:spcAft>
                <a:spcPts val="600"/>
              </a:spcAft>
              <a:buFont typeface="Wingdings" panose="05000000000000000000" pitchFamily="2" charset="2"/>
              <a:buChar char="q"/>
            </a:pPr>
            <a:endParaRPr lang="hu-HU" altLang="en-US" sz="2500" dirty="0">
              <a:latin typeface="Arial" panose="020B0604020202020204" pitchFamily="34" charset="0"/>
            </a:endParaRPr>
          </a:p>
          <a:p>
            <a:pPr eaLnBrk="0" fontAlgn="base" hangingPunct="0">
              <a:spcBef>
                <a:spcPct val="0"/>
              </a:spcBef>
              <a:spcAft>
                <a:spcPts val="600"/>
              </a:spcAft>
              <a:buFont typeface="Wingdings" panose="05000000000000000000" pitchFamily="2" charset="2"/>
              <a:buChar char="q"/>
            </a:pPr>
            <a:r>
              <a:rPr lang="en-US" altLang="en-US" sz="2500" dirty="0">
                <a:latin typeface="Arial" panose="020B0604020202020204" pitchFamily="34" charset="0"/>
              </a:rPr>
              <a:t> </a:t>
            </a:r>
            <a:r>
              <a:rPr lang="hu-HU" altLang="en-US" sz="2500" b="1" dirty="0">
                <a:latin typeface="Arial" panose="020B0604020202020204" pitchFamily="34" charset="0"/>
              </a:rPr>
              <a:t>Admin</a:t>
            </a:r>
            <a:r>
              <a:rPr lang="hu-HU" altLang="en-US" sz="2500" dirty="0">
                <a:latin typeface="Arial" panose="020B0604020202020204" pitchFamily="34" charset="0"/>
              </a:rPr>
              <a:t> város</a:t>
            </a:r>
            <a:endParaRPr lang="en-US" altLang="en-US" sz="2500" dirty="0">
              <a:latin typeface="Arial" panose="020B0604020202020204" pitchFamily="34" charset="0"/>
            </a:endParaRPr>
          </a:p>
        </p:txBody>
      </p:sp>
    </p:spTree>
    <p:extLst>
      <p:ext uri="{BB962C8B-B14F-4D97-AF65-F5344CB8AC3E}">
        <p14:creationId xmlns:p14="http://schemas.microsoft.com/office/powerpoint/2010/main" val="14949840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60C184-0126-3E31-65D4-F7F7736FE71B}"/>
            </a:ext>
          </a:extLst>
        </p:cNvPr>
        <p:cNvGrpSpPr/>
        <p:nvPr/>
      </p:nvGrpSpPr>
      <p:grpSpPr>
        <a:xfrm>
          <a:off x="0" y="0"/>
          <a:ext cx="0" cy="0"/>
          <a:chOff x="0" y="0"/>
          <a:chExt cx="0" cy="0"/>
        </a:xfrm>
      </p:grpSpPr>
      <p:sp>
        <p:nvSpPr>
          <p:cNvPr id="42" name="Rectangle 41">
            <a:extLst>
              <a:ext uri="{FF2B5EF4-FFF2-40B4-BE49-F238E27FC236}">
                <a16:creationId xmlns:a16="http://schemas.microsoft.com/office/drawing/2014/main" id="{6EA86598-DA2C-41D5-BC0C-E877F8818E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0"/>
            <a:ext cx="6095990" cy="6858001"/>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E9BC2FF-12EF-60D6-088B-16104E91EB08}"/>
              </a:ext>
            </a:extLst>
          </p:cNvPr>
          <p:cNvSpPr>
            <a:spLocks noGrp="1"/>
          </p:cNvSpPr>
          <p:nvPr>
            <p:ph type="title"/>
          </p:nvPr>
        </p:nvSpPr>
        <p:spPr>
          <a:xfrm>
            <a:off x="1155557" y="637763"/>
            <a:ext cx="4310698" cy="1627274"/>
          </a:xfrm>
        </p:spPr>
        <p:txBody>
          <a:bodyPr anchor="t">
            <a:normAutofit/>
          </a:bodyPr>
          <a:lstStyle/>
          <a:p>
            <a:r>
              <a:rPr lang="en-US" sz="4800" u="sng" dirty="0">
                <a:solidFill>
                  <a:schemeClr val="bg1"/>
                </a:solidFill>
              </a:rPr>
              <a:t>Jira </a:t>
            </a:r>
            <a:r>
              <a:rPr lang="en-US" sz="4800" dirty="0" err="1">
                <a:solidFill>
                  <a:schemeClr val="bg1"/>
                </a:solidFill>
              </a:rPr>
              <a:t>dokumentálás</a:t>
            </a:r>
            <a:endParaRPr lang="en-US" sz="4800" dirty="0">
              <a:solidFill>
                <a:schemeClr val="bg1"/>
              </a:solidFill>
            </a:endParaRPr>
          </a:p>
        </p:txBody>
      </p:sp>
      <p:sp>
        <p:nvSpPr>
          <p:cNvPr id="44" name="Rectangle 43">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5556" y="2372156"/>
            <a:ext cx="457200" cy="4572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5" name="Rectangle 2">
            <a:extLst>
              <a:ext uri="{FF2B5EF4-FFF2-40B4-BE49-F238E27FC236}">
                <a16:creationId xmlns:a16="http://schemas.microsoft.com/office/drawing/2014/main" id="{0FE6482A-CB4E-D344-38E7-89CA279C526C}"/>
              </a:ext>
            </a:extLst>
          </p:cNvPr>
          <p:cNvSpPr>
            <a:spLocks noGrp="1" noChangeArrowheads="1"/>
          </p:cNvSpPr>
          <p:nvPr>
            <p:ph idx="1"/>
          </p:nvPr>
        </p:nvSpPr>
        <p:spPr bwMode="auto">
          <a:xfrm>
            <a:off x="1155556" y="2581065"/>
            <a:ext cx="4284416" cy="363346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err="1">
                <a:ln>
                  <a:noFill/>
                </a:ln>
                <a:solidFill>
                  <a:schemeClr val="bg1"/>
                </a:solidFill>
                <a:effectLst/>
                <a:latin typeface="Arial" panose="020B0604020202020204" pitchFamily="34" charset="0"/>
              </a:rPr>
              <a:t>Tesztelések</a:t>
            </a:r>
            <a:endParaRPr kumimoji="0" lang="en-US" altLang="en-US" sz="2500" b="0" i="0" u="none" strike="noStrike" cap="none" normalizeH="0" baseline="0" dirty="0">
              <a:ln>
                <a:noFill/>
              </a:ln>
              <a:solidFill>
                <a:schemeClr val="bg1"/>
              </a:solidFill>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2500" b="0" i="0" u="none" strike="noStrike" cap="none" normalizeH="0" baseline="0" dirty="0">
              <a:ln>
                <a:noFill/>
              </a:ln>
              <a:solidFill>
                <a:schemeClr val="bg1"/>
              </a:solidFill>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kumimoji="0" lang="en-US" altLang="en-US" sz="2500" b="0" i="0" u="none" strike="noStrike" cap="none" normalizeH="0" baseline="0" dirty="0" err="1">
                <a:ln>
                  <a:noFill/>
                </a:ln>
                <a:solidFill>
                  <a:schemeClr val="bg1"/>
                </a:solidFill>
                <a:effectLst/>
                <a:latin typeface="Arial" panose="020B0604020202020204" pitchFamily="34" charset="0"/>
              </a:rPr>
              <a:t>Dokumentálás</a:t>
            </a:r>
            <a:endParaRPr kumimoji="0" lang="en-US" altLang="en-US" sz="2500" b="0" i="0" u="none" strike="noStrike" cap="none" normalizeH="0" baseline="0" dirty="0">
              <a:ln>
                <a:noFill/>
              </a:ln>
              <a:solidFill>
                <a:schemeClr val="bg1"/>
              </a:solidFill>
              <a:effectLst/>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lang="en-US" altLang="en-US" sz="2500" dirty="0">
              <a:solidFill>
                <a:schemeClr val="bg1"/>
              </a:solidFill>
              <a:latin typeface="Arial" panose="020B0604020202020204" pitchFamily="34" charset="0"/>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lang="en-US" altLang="en-US" sz="2500" dirty="0" err="1">
                <a:solidFill>
                  <a:schemeClr val="bg1"/>
                </a:solidFill>
                <a:latin typeface="Arial" panose="020B0604020202020204" pitchFamily="34" charset="0"/>
              </a:rPr>
              <a:t>Munkaórák</a:t>
            </a:r>
            <a:r>
              <a:rPr lang="en-US" altLang="en-US" sz="2500" dirty="0">
                <a:solidFill>
                  <a:schemeClr val="bg1"/>
                </a:solidFill>
                <a:latin typeface="Arial" panose="020B0604020202020204" pitchFamily="34" charset="0"/>
              </a:rPr>
              <a:t> </a:t>
            </a:r>
            <a:r>
              <a:rPr lang="en-US" altLang="en-US" sz="2500" dirty="0" err="1">
                <a:solidFill>
                  <a:schemeClr val="bg1"/>
                </a:solidFill>
                <a:latin typeface="Arial" panose="020B0604020202020204" pitchFamily="34" charset="0"/>
              </a:rPr>
              <a:t>logolása</a:t>
            </a:r>
            <a:endParaRPr lang="en-US" altLang="en-US" sz="2500" dirty="0">
              <a:solidFill>
                <a:schemeClr val="bg1"/>
              </a:solidFill>
              <a:latin typeface="Arial" panose="020B0604020202020204" pitchFamily="34" charset="0"/>
            </a:endParaRPr>
          </a:p>
          <a:p>
            <a:pPr marL="0" marR="0" lvl="0" indent="0" defTabSz="914400" rtl="0" eaLnBrk="0" fontAlgn="base" latinLnBrk="0" hangingPunct="0">
              <a:spcBef>
                <a:spcPct val="0"/>
              </a:spcBef>
              <a:spcAft>
                <a:spcPts val="600"/>
              </a:spcAft>
              <a:buClrTx/>
              <a:buSzTx/>
              <a:buNone/>
              <a:tabLst/>
            </a:pPr>
            <a:endParaRPr kumimoji="0" lang="en-US" altLang="en-US" sz="2500" b="0" i="0" u="none" strike="noStrike" cap="none" normalizeH="0" baseline="0" dirty="0">
              <a:ln>
                <a:noFill/>
              </a:ln>
              <a:solidFill>
                <a:schemeClr val="bg1"/>
              </a:solidFill>
              <a:effectLst/>
              <a:latin typeface="Arial" panose="020B0604020202020204" pitchFamily="34" charset="0"/>
            </a:endParaRPr>
          </a:p>
        </p:txBody>
      </p:sp>
      <p:sp>
        <p:nvSpPr>
          <p:cNvPr id="46" name="Rectangle 45">
            <a:extLst>
              <a:ext uri="{FF2B5EF4-FFF2-40B4-BE49-F238E27FC236}">
                <a16:creationId xmlns:a16="http://schemas.microsoft.com/office/drawing/2014/main" id="{87F16C5A-0D41-47A9-B0A2-9C2AD7A8CF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96000" y="0"/>
            <a:ext cx="6095990" cy="685800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descr="A screenshot of a computer&#10;&#10;AI-generated content may be incorrect.">
            <a:extLst>
              <a:ext uri="{FF2B5EF4-FFF2-40B4-BE49-F238E27FC236}">
                <a16:creationId xmlns:a16="http://schemas.microsoft.com/office/drawing/2014/main" id="{2C5BAEAF-03D0-47EB-E55E-58D41F3BB4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02373" y="0"/>
            <a:ext cx="4483244" cy="6858000"/>
          </a:xfrm>
          <a:prstGeom prst="rect">
            <a:avLst/>
          </a:prstGeom>
        </p:spPr>
      </p:pic>
    </p:spTree>
    <p:extLst>
      <p:ext uri="{BB962C8B-B14F-4D97-AF65-F5344CB8AC3E}">
        <p14:creationId xmlns:p14="http://schemas.microsoft.com/office/powerpoint/2010/main" val="7924209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60C184-0126-3E31-65D4-F7F7736FE71B}"/>
            </a:ext>
          </a:extLst>
        </p:cNvPr>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3BA513B0-82FF-4F41-8178-885375D1CF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2">
            <a:extLst>
              <a:ext uri="{FF2B5EF4-FFF2-40B4-BE49-F238E27FC236}">
                <a16:creationId xmlns:a16="http://schemas.microsoft.com/office/drawing/2014/main" id="{F03116D9-B209-F8B1-7E55-68807035A1D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5049" r="-1" b="3536"/>
          <a:stretch>
            <a:fillRect/>
          </a:stretch>
        </p:blipFill>
        <p:spPr bwMode="auto">
          <a:xfrm>
            <a:off x="-1" y="10"/>
            <a:ext cx="12228129" cy="4666928"/>
          </a:xfrm>
          <a:prstGeom prst="rect">
            <a:avLst/>
          </a:prstGeom>
          <a:noFill/>
          <a:extLst>
            <a:ext uri="{909E8E84-426E-40DD-AFC4-6F175D3DCCD1}">
              <a14:hiddenFill xmlns:a14="http://schemas.microsoft.com/office/drawing/2010/main">
                <a:solidFill>
                  <a:srgbClr val="FFFFFF"/>
                </a:solidFill>
              </a14:hiddenFill>
            </a:ext>
          </a:extLst>
        </p:spPr>
      </p:pic>
      <p:grpSp>
        <p:nvGrpSpPr>
          <p:cNvPr id="51" name="Group 50">
            <a:extLst>
              <a:ext uri="{FF2B5EF4-FFF2-40B4-BE49-F238E27FC236}">
                <a16:creationId xmlns:a16="http://schemas.microsoft.com/office/drawing/2014/main" id="{93DB8501-F9F2-4ACD-B56A-9019CD5006D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2987478"/>
            <a:ext cx="12228128" cy="1828800"/>
            <a:chOff x="-305" y="2987478"/>
            <a:chExt cx="12188952" cy="1828800"/>
          </a:xfrm>
        </p:grpSpPr>
        <p:sp>
          <p:nvSpPr>
            <p:cNvPr id="52" name="Freeform: Shape 51">
              <a:extLst>
                <a:ext uri="{FF2B5EF4-FFF2-40B4-BE49-F238E27FC236}">
                  <a16:creationId xmlns:a16="http://schemas.microsoft.com/office/drawing/2014/main" id="{DD03A94A-ADF5-4334-86B1-DBA5F70ACD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2987478"/>
              <a:ext cx="12188952" cy="1099712"/>
            </a:xfrm>
            <a:custGeom>
              <a:avLst/>
              <a:gdLst>
                <a:gd name="connsiteX0" fmla="*/ 9182100 w 9182100"/>
                <a:gd name="connsiteY0" fmla="*/ 396420 h 932744"/>
                <a:gd name="connsiteX1" fmla="*/ 9103805 w 9182100"/>
                <a:gd name="connsiteY1" fmla="*/ 392229 h 932744"/>
                <a:gd name="connsiteX2" fmla="*/ 8712422 w 9182100"/>
                <a:gd name="connsiteY2" fmla="*/ 359749 h 932744"/>
                <a:gd name="connsiteX3" fmla="*/ 8322755 w 9182100"/>
                <a:gd name="connsiteY3" fmla="*/ 313362 h 932744"/>
                <a:gd name="connsiteX4" fmla="*/ 8134826 w 9182100"/>
                <a:gd name="connsiteY4" fmla="*/ 283930 h 932744"/>
                <a:gd name="connsiteX5" fmla="*/ 8090916 w 9182100"/>
                <a:gd name="connsiteY5" fmla="*/ 275643 h 932744"/>
                <a:gd name="connsiteX6" fmla="*/ 8069485 w 9182100"/>
                <a:gd name="connsiteY6" fmla="*/ 271262 h 932744"/>
                <a:gd name="connsiteX7" fmla="*/ 8041862 w 9182100"/>
                <a:gd name="connsiteY7" fmla="*/ 266595 h 932744"/>
                <a:gd name="connsiteX8" fmla="*/ 7986903 w 9182100"/>
                <a:gd name="connsiteY8" fmla="*/ 257546 h 932744"/>
                <a:gd name="connsiteX9" fmla="*/ 7934230 w 9182100"/>
                <a:gd name="connsiteY9" fmla="*/ 249640 h 932744"/>
                <a:gd name="connsiteX10" fmla="*/ 7727537 w 9182100"/>
                <a:gd name="connsiteY10" fmla="*/ 221922 h 932744"/>
                <a:gd name="connsiteX11" fmla="*/ 7625239 w 9182100"/>
                <a:gd name="connsiteY11" fmla="*/ 209730 h 932744"/>
                <a:gd name="connsiteX12" fmla="*/ 7523227 w 9182100"/>
                <a:gd name="connsiteY12" fmla="*/ 198110 h 932744"/>
                <a:gd name="connsiteX13" fmla="*/ 7115651 w 9182100"/>
                <a:gd name="connsiteY13" fmla="*/ 158010 h 932744"/>
                <a:gd name="connsiteX14" fmla="*/ 6706839 w 9182100"/>
                <a:gd name="connsiteY14" fmla="*/ 126958 h 932744"/>
                <a:gd name="connsiteX15" fmla="*/ 6604064 w 9182100"/>
                <a:gd name="connsiteY15" fmla="*/ 120862 h 932744"/>
                <a:gd name="connsiteX16" fmla="*/ 6501003 w 9182100"/>
                <a:gd name="connsiteY16" fmla="*/ 115338 h 932744"/>
                <a:gd name="connsiteX17" fmla="*/ 6397467 w 9182100"/>
                <a:gd name="connsiteY17" fmla="*/ 110385 h 932744"/>
                <a:gd name="connsiteX18" fmla="*/ 6293168 w 9182100"/>
                <a:gd name="connsiteY18" fmla="*/ 106860 h 932744"/>
                <a:gd name="connsiteX19" fmla="*/ 6079712 w 9182100"/>
                <a:gd name="connsiteY19" fmla="*/ 103908 h 932744"/>
                <a:gd name="connsiteX20" fmla="*/ 6024563 w 9182100"/>
                <a:gd name="connsiteY20" fmla="*/ 104479 h 932744"/>
                <a:gd name="connsiteX21" fmla="*/ 5968080 w 9182100"/>
                <a:gd name="connsiteY21" fmla="*/ 106479 h 932744"/>
                <a:gd name="connsiteX22" fmla="*/ 5855875 w 9182100"/>
                <a:gd name="connsiteY22" fmla="*/ 113242 h 932744"/>
                <a:gd name="connsiteX23" fmla="*/ 5439251 w 9182100"/>
                <a:gd name="connsiteY23" fmla="*/ 160105 h 932744"/>
                <a:gd name="connsiteX24" fmla="*/ 5075396 w 9182100"/>
                <a:gd name="connsiteY24" fmla="*/ 186585 h 932744"/>
                <a:gd name="connsiteX25" fmla="*/ 4712780 w 9182100"/>
                <a:gd name="connsiteY25" fmla="*/ 171249 h 932744"/>
                <a:gd name="connsiteX26" fmla="*/ 4666679 w 9182100"/>
                <a:gd name="connsiteY26" fmla="*/ 166773 h 932744"/>
                <a:gd name="connsiteX27" fmla="*/ 4620292 w 9182100"/>
                <a:gd name="connsiteY27" fmla="*/ 161629 h 932744"/>
                <a:gd name="connsiteX28" fmla="*/ 4573810 w 9182100"/>
                <a:gd name="connsiteY28" fmla="*/ 156009 h 932744"/>
                <a:gd name="connsiteX29" fmla="*/ 4550569 w 9182100"/>
                <a:gd name="connsiteY29" fmla="*/ 153057 h 932744"/>
                <a:gd name="connsiteX30" fmla="*/ 4538948 w 9182100"/>
                <a:gd name="connsiteY30" fmla="*/ 151628 h 932744"/>
                <a:gd name="connsiteX31" fmla="*/ 4526566 w 9182100"/>
                <a:gd name="connsiteY31" fmla="*/ 149913 h 932744"/>
                <a:gd name="connsiteX32" fmla="*/ 4327779 w 9182100"/>
                <a:gd name="connsiteY32" fmla="*/ 122862 h 932744"/>
                <a:gd name="connsiteX33" fmla="*/ 3929729 w 9182100"/>
                <a:gd name="connsiteY33" fmla="*/ 68189 h 932744"/>
                <a:gd name="connsiteX34" fmla="*/ 3729133 w 9182100"/>
                <a:gd name="connsiteY34" fmla="*/ 41900 h 932744"/>
                <a:gd name="connsiteX35" fmla="*/ 3628930 w 9182100"/>
                <a:gd name="connsiteY35" fmla="*/ 28946 h 932744"/>
                <a:gd name="connsiteX36" fmla="*/ 3573399 w 9182100"/>
                <a:gd name="connsiteY36" fmla="*/ 22278 h 932744"/>
                <a:gd name="connsiteX37" fmla="*/ 3516916 w 9182100"/>
                <a:gd name="connsiteY37" fmla="*/ 16468 h 932744"/>
                <a:gd name="connsiteX38" fmla="*/ 3074670 w 9182100"/>
                <a:gd name="connsiteY38" fmla="*/ 752 h 932744"/>
                <a:gd name="connsiteX39" fmla="*/ 2858738 w 9182100"/>
                <a:gd name="connsiteY39" fmla="*/ 8753 h 932744"/>
                <a:gd name="connsiteX40" fmla="*/ 2645474 w 9182100"/>
                <a:gd name="connsiteY40" fmla="*/ 25326 h 932744"/>
                <a:gd name="connsiteX41" fmla="*/ 1810798 w 9182100"/>
                <a:gd name="connsiteY41" fmla="*/ 158010 h 932744"/>
                <a:gd name="connsiteX42" fmla="*/ 1602772 w 9182100"/>
                <a:gd name="connsiteY42" fmla="*/ 208111 h 932744"/>
                <a:gd name="connsiteX43" fmla="*/ 1548860 w 9182100"/>
                <a:gd name="connsiteY43" fmla="*/ 222780 h 932744"/>
                <a:gd name="connsiteX44" fmla="*/ 1501331 w 9182100"/>
                <a:gd name="connsiteY44" fmla="*/ 236115 h 932744"/>
                <a:gd name="connsiteX45" fmla="*/ 1411224 w 9182100"/>
                <a:gd name="connsiteY45" fmla="*/ 260880 h 932744"/>
                <a:gd name="connsiteX46" fmla="*/ 1050893 w 9182100"/>
                <a:gd name="connsiteY46" fmla="*/ 338032 h 932744"/>
                <a:gd name="connsiteX47" fmla="*/ 871252 w 9182100"/>
                <a:gd name="connsiteY47" fmla="*/ 360511 h 932744"/>
                <a:gd name="connsiteX48" fmla="*/ 781812 w 9182100"/>
                <a:gd name="connsiteY48" fmla="*/ 366512 h 932744"/>
                <a:gd name="connsiteX49" fmla="*/ 692563 w 9182100"/>
                <a:gd name="connsiteY49" fmla="*/ 369655 h 932744"/>
                <a:gd name="connsiteX50" fmla="*/ 515017 w 9182100"/>
                <a:gd name="connsiteY50" fmla="*/ 363940 h 932744"/>
                <a:gd name="connsiteX51" fmla="*/ 337661 w 9182100"/>
                <a:gd name="connsiteY51" fmla="*/ 341937 h 932744"/>
                <a:gd name="connsiteX52" fmla="*/ 156972 w 9182100"/>
                <a:gd name="connsiteY52" fmla="*/ 303456 h 932744"/>
                <a:gd name="connsiteX53" fmla="*/ 0 w 9182100"/>
                <a:gd name="connsiteY53" fmla="*/ 261642 h 932744"/>
                <a:gd name="connsiteX54" fmla="*/ 0 w 9182100"/>
                <a:gd name="connsiteY54" fmla="*/ 713412 h 932744"/>
                <a:gd name="connsiteX55" fmla="*/ 9144 w 9182100"/>
                <a:gd name="connsiteY55" fmla="*/ 717699 h 932744"/>
                <a:gd name="connsiteX56" fmla="*/ 213360 w 9182100"/>
                <a:gd name="connsiteY56" fmla="*/ 801042 h 932744"/>
                <a:gd name="connsiteX57" fmla="*/ 653510 w 9182100"/>
                <a:gd name="connsiteY57" fmla="*/ 908199 h 932744"/>
                <a:gd name="connsiteX58" fmla="*/ 1101947 w 9182100"/>
                <a:gd name="connsiteY58" fmla="*/ 930773 h 932744"/>
                <a:gd name="connsiteX59" fmla="*/ 1540002 w 9182100"/>
                <a:gd name="connsiteY59" fmla="*/ 889434 h 932744"/>
                <a:gd name="connsiteX60" fmla="*/ 1647158 w 9182100"/>
                <a:gd name="connsiteY60" fmla="*/ 871242 h 932744"/>
                <a:gd name="connsiteX61" fmla="*/ 1698117 w 9182100"/>
                <a:gd name="connsiteY61" fmla="*/ 862193 h 932744"/>
                <a:gd name="connsiteX62" fmla="*/ 1742789 w 9182100"/>
                <a:gd name="connsiteY62" fmla="*/ 854668 h 932744"/>
                <a:gd name="connsiteX63" fmla="*/ 1931003 w 9182100"/>
                <a:gd name="connsiteY63" fmla="*/ 826950 h 932744"/>
                <a:gd name="connsiteX64" fmla="*/ 2314861 w 9182100"/>
                <a:gd name="connsiteY64" fmla="*/ 783897 h 932744"/>
                <a:gd name="connsiteX65" fmla="*/ 2506885 w 9182100"/>
                <a:gd name="connsiteY65" fmla="*/ 768086 h 932744"/>
                <a:gd name="connsiteX66" fmla="*/ 2602611 w 9182100"/>
                <a:gd name="connsiteY66" fmla="*/ 762085 h 932744"/>
                <a:gd name="connsiteX67" fmla="*/ 2698052 w 9182100"/>
                <a:gd name="connsiteY67" fmla="*/ 756846 h 932744"/>
                <a:gd name="connsiteX68" fmla="*/ 2887980 w 9182100"/>
                <a:gd name="connsiteY68" fmla="*/ 750846 h 932744"/>
                <a:gd name="connsiteX69" fmla="*/ 3075813 w 9182100"/>
                <a:gd name="connsiteY69" fmla="*/ 750179 h 932744"/>
                <a:gd name="connsiteX70" fmla="*/ 3168587 w 9182100"/>
                <a:gd name="connsiteY70" fmla="*/ 752751 h 932744"/>
                <a:gd name="connsiteX71" fmla="*/ 3260408 w 9182100"/>
                <a:gd name="connsiteY71" fmla="*/ 756656 h 932744"/>
                <a:gd name="connsiteX72" fmla="*/ 3440049 w 9182100"/>
                <a:gd name="connsiteY72" fmla="*/ 771610 h 932744"/>
                <a:gd name="connsiteX73" fmla="*/ 3483864 w 9182100"/>
                <a:gd name="connsiteY73" fmla="*/ 776849 h 932744"/>
                <a:gd name="connsiteX74" fmla="*/ 3528536 w 9182100"/>
                <a:gd name="connsiteY74" fmla="*/ 782469 h 932744"/>
                <a:gd name="connsiteX75" fmla="*/ 3628549 w 9182100"/>
                <a:gd name="connsiteY75" fmla="*/ 796089 h 932744"/>
                <a:gd name="connsiteX76" fmla="*/ 3828574 w 9182100"/>
                <a:gd name="connsiteY76" fmla="*/ 823140 h 932744"/>
                <a:gd name="connsiteX77" fmla="*/ 4231196 w 9182100"/>
                <a:gd name="connsiteY77" fmla="*/ 874099 h 932744"/>
                <a:gd name="connsiteX78" fmla="*/ 4433126 w 9182100"/>
                <a:gd name="connsiteY78" fmla="*/ 897435 h 932744"/>
                <a:gd name="connsiteX79" fmla="*/ 4485990 w 9182100"/>
                <a:gd name="connsiteY79" fmla="*/ 903246 h 932744"/>
                <a:gd name="connsiteX80" fmla="*/ 4539806 w 9182100"/>
                <a:gd name="connsiteY80" fmla="*/ 908961 h 932744"/>
                <a:gd name="connsiteX81" fmla="*/ 4593908 w 9182100"/>
                <a:gd name="connsiteY81" fmla="*/ 914199 h 932744"/>
                <a:gd name="connsiteX82" fmla="*/ 4648296 w 9182100"/>
                <a:gd name="connsiteY82" fmla="*/ 918771 h 932744"/>
                <a:gd name="connsiteX83" fmla="*/ 5092446 w 9182100"/>
                <a:gd name="connsiteY83" fmla="*/ 931154 h 932744"/>
                <a:gd name="connsiteX84" fmla="*/ 5533168 w 9182100"/>
                <a:gd name="connsiteY84" fmla="*/ 891816 h 932744"/>
                <a:gd name="connsiteX85" fmla="*/ 5918169 w 9182100"/>
                <a:gd name="connsiteY85" fmla="*/ 840666 h 932744"/>
                <a:gd name="connsiteX86" fmla="*/ 6007323 w 9182100"/>
                <a:gd name="connsiteY86" fmla="*/ 833237 h 932744"/>
                <a:gd name="connsiteX87" fmla="*/ 6051709 w 9182100"/>
                <a:gd name="connsiteY87" fmla="*/ 830570 h 932744"/>
                <a:gd name="connsiteX88" fmla="*/ 6097429 w 9182100"/>
                <a:gd name="connsiteY88" fmla="*/ 828379 h 932744"/>
                <a:gd name="connsiteX89" fmla="*/ 6287834 w 9182100"/>
                <a:gd name="connsiteY89" fmla="*/ 822569 h 932744"/>
                <a:gd name="connsiteX90" fmla="*/ 6681597 w 9182100"/>
                <a:gd name="connsiteY90" fmla="*/ 821235 h 932744"/>
                <a:gd name="connsiteX91" fmla="*/ 7079647 w 9182100"/>
                <a:gd name="connsiteY91" fmla="*/ 826569 h 932744"/>
                <a:gd name="connsiteX92" fmla="*/ 7478173 w 9182100"/>
                <a:gd name="connsiteY92" fmla="*/ 836094 h 932744"/>
                <a:gd name="connsiteX93" fmla="*/ 7871937 w 9182100"/>
                <a:gd name="connsiteY93" fmla="*/ 851430 h 932744"/>
                <a:gd name="connsiteX94" fmla="*/ 7919657 w 9182100"/>
                <a:gd name="connsiteY94" fmla="*/ 854097 h 932744"/>
                <a:gd name="connsiteX95" fmla="*/ 7964901 w 9182100"/>
                <a:gd name="connsiteY95" fmla="*/ 857240 h 932744"/>
                <a:gd name="connsiteX96" fmla="*/ 8015955 w 9182100"/>
                <a:gd name="connsiteY96" fmla="*/ 861050 h 932744"/>
                <a:gd name="connsiteX97" fmla="*/ 8072247 w 9182100"/>
                <a:gd name="connsiteY97" fmla="*/ 864384 h 932744"/>
                <a:gd name="connsiteX98" fmla="*/ 8286750 w 9182100"/>
                <a:gd name="connsiteY98" fmla="*/ 868384 h 932744"/>
                <a:gd name="connsiteX99" fmla="*/ 8704040 w 9182100"/>
                <a:gd name="connsiteY99" fmla="*/ 853716 h 932744"/>
                <a:gd name="connsiteX100" fmla="*/ 9120188 w 9182100"/>
                <a:gd name="connsiteY100" fmla="*/ 814092 h 932744"/>
                <a:gd name="connsiteX101" fmla="*/ 9181909 w 9182100"/>
                <a:gd name="connsiteY101" fmla="*/ 805519 h 932744"/>
                <a:gd name="connsiteX102" fmla="*/ 9181909 w 9182100"/>
                <a:gd name="connsiteY102" fmla="*/ 396420 h 9327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385A18E1-CBE3-4BBD-B1B7-CDBCA685E0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199381"/>
              <a:ext cx="12188952" cy="902694"/>
            </a:xfrm>
            <a:custGeom>
              <a:avLst/>
              <a:gdLst>
                <a:gd name="connsiteX0" fmla="*/ 9182100 w 9182100"/>
                <a:gd name="connsiteY0" fmla="*/ 351088 h 765639"/>
                <a:gd name="connsiteX1" fmla="*/ 9178480 w 9182100"/>
                <a:gd name="connsiteY1" fmla="*/ 350993 h 765639"/>
                <a:gd name="connsiteX2" fmla="*/ 8783955 w 9182100"/>
                <a:gd name="connsiteY2" fmla="*/ 327561 h 765639"/>
                <a:gd name="connsiteX3" fmla="*/ 8390763 w 9182100"/>
                <a:gd name="connsiteY3" fmla="*/ 288795 h 765639"/>
                <a:gd name="connsiteX4" fmla="*/ 8199502 w 9182100"/>
                <a:gd name="connsiteY4" fmla="*/ 262601 h 765639"/>
                <a:gd name="connsiteX5" fmla="*/ 8153972 w 9182100"/>
                <a:gd name="connsiteY5" fmla="*/ 254886 h 765639"/>
                <a:gd name="connsiteX6" fmla="*/ 8131588 w 9182100"/>
                <a:gd name="connsiteY6" fmla="*/ 250790 h 765639"/>
                <a:gd name="connsiteX7" fmla="*/ 8104632 w 9182100"/>
                <a:gd name="connsiteY7" fmla="*/ 246504 h 765639"/>
                <a:gd name="connsiteX8" fmla="*/ 8050911 w 9182100"/>
                <a:gd name="connsiteY8" fmla="*/ 238217 h 765639"/>
                <a:gd name="connsiteX9" fmla="*/ 7998810 w 9182100"/>
                <a:gd name="connsiteY9" fmla="*/ 230978 h 765639"/>
                <a:gd name="connsiteX10" fmla="*/ 7589902 w 9182100"/>
                <a:gd name="connsiteY10" fmla="*/ 183925 h 765639"/>
                <a:gd name="connsiteX11" fmla="*/ 7183469 w 9182100"/>
                <a:gd name="connsiteY11" fmla="*/ 147634 h 765639"/>
                <a:gd name="connsiteX12" fmla="*/ 6775990 w 9182100"/>
                <a:gd name="connsiteY12" fmla="*/ 119821 h 765639"/>
                <a:gd name="connsiteX13" fmla="*/ 6364795 w 9182100"/>
                <a:gd name="connsiteY13" fmla="*/ 102391 h 765639"/>
                <a:gd name="connsiteX14" fmla="*/ 6154293 w 9182100"/>
                <a:gd name="connsiteY14" fmla="*/ 100581 h 765639"/>
                <a:gd name="connsiteX15" fmla="*/ 6100287 w 9182100"/>
                <a:gd name="connsiteY15" fmla="*/ 101343 h 765639"/>
                <a:gd name="connsiteX16" fmla="*/ 6045327 w 9182100"/>
                <a:gd name="connsiteY16" fmla="*/ 103438 h 765639"/>
                <a:gd name="connsiteX17" fmla="*/ 5935980 w 9182100"/>
                <a:gd name="connsiteY17" fmla="*/ 110296 h 765639"/>
                <a:gd name="connsiteX18" fmla="*/ 5523357 w 9182100"/>
                <a:gd name="connsiteY18" fmla="*/ 157635 h 765639"/>
                <a:gd name="connsiteX19" fmla="*/ 5149882 w 9182100"/>
                <a:gd name="connsiteY19" fmla="*/ 185639 h 765639"/>
                <a:gd name="connsiteX20" fmla="*/ 4777073 w 9182100"/>
                <a:gd name="connsiteY20" fmla="*/ 170685 h 765639"/>
                <a:gd name="connsiteX21" fmla="*/ 4729925 w 9182100"/>
                <a:gd name="connsiteY21" fmla="*/ 166208 h 765639"/>
                <a:gd name="connsiteX22" fmla="*/ 4682585 w 9182100"/>
                <a:gd name="connsiteY22" fmla="*/ 161064 h 765639"/>
                <a:gd name="connsiteX23" fmla="*/ 4635151 w 9182100"/>
                <a:gd name="connsiteY23" fmla="*/ 155445 h 765639"/>
                <a:gd name="connsiteX24" fmla="*/ 4611434 w 9182100"/>
                <a:gd name="connsiteY24" fmla="*/ 152492 h 765639"/>
                <a:gd name="connsiteX25" fmla="*/ 4587145 w 9182100"/>
                <a:gd name="connsiteY25" fmla="*/ 149349 h 765639"/>
                <a:gd name="connsiteX26" fmla="*/ 4387977 w 9182100"/>
                <a:gd name="connsiteY26" fmla="*/ 122774 h 765639"/>
                <a:gd name="connsiteX27" fmla="*/ 3989356 w 9182100"/>
                <a:gd name="connsiteY27" fmla="*/ 68577 h 765639"/>
                <a:gd name="connsiteX28" fmla="*/ 3789140 w 9182100"/>
                <a:gd name="connsiteY28" fmla="*/ 42192 h 765639"/>
                <a:gd name="connsiteX29" fmla="*/ 3689033 w 9182100"/>
                <a:gd name="connsiteY29" fmla="*/ 29143 h 765639"/>
                <a:gd name="connsiteX30" fmla="*/ 3634835 w 9182100"/>
                <a:gd name="connsiteY30" fmla="*/ 22571 h 765639"/>
                <a:gd name="connsiteX31" fmla="*/ 3579876 w 9182100"/>
                <a:gd name="connsiteY31" fmla="*/ 16856 h 765639"/>
                <a:gd name="connsiteX32" fmla="*/ 3147441 w 9182100"/>
                <a:gd name="connsiteY32" fmla="*/ 473 h 765639"/>
                <a:gd name="connsiteX33" fmla="*/ 2724722 w 9182100"/>
                <a:gd name="connsiteY33" fmla="*/ 22857 h 765639"/>
                <a:gd name="connsiteX34" fmla="*/ 1898428 w 9182100"/>
                <a:gd name="connsiteY34" fmla="*/ 147730 h 765639"/>
                <a:gd name="connsiteX35" fmla="*/ 1692878 w 9182100"/>
                <a:gd name="connsiteY35" fmla="*/ 195069 h 765639"/>
                <a:gd name="connsiteX36" fmla="*/ 1640205 w 9182100"/>
                <a:gd name="connsiteY36" fmla="*/ 208785 h 765639"/>
                <a:gd name="connsiteX37" fmla="*/ 1592294 w 9182100"/>
                <a:gd name="connsiteY37" fmla="*/ 221643 h 765639"/>
                <a:gd name="connsiteX38" fmla="*/ 1500092 w 9182100"/>
                <a:gd name="connsiteY38" fmla="*/ 245551 h 765639"/>
                <a:gd name="connsiteX39" fmla="*/ 1130046 w 9182100"/>
                <a:gd name="connsiteY39" fmla="*/ 318227 h 765639"/>
                <a:gd name="connsiteX40" fmla="*/ 944880 w 9182100"/>
                <a:gd name="connsiteY40" fmla="*/ 337658 h 765639"/>
                <a:gd name="connsiteX41" fmla="*/ 852583 w 9182100"/>
                <a:gd name="connsiteY41" fmla="*/ 341944 h 765639"/>
                <a:gd name="connsiteX42" fmla="*/ 760476 w 9182100"/>
                <a:gd name="connsiteY42" fmla="*/ 343087 h 765639"/>
                <a:gd name="connsiteX43" fmla="*/ 577215 w 9182100"/>
                <a:gd name="connsiteY43" fmla="*/ 332800 h 765639"/>
                <a:gd name="connsiteX44" fmla="*/ 394907 w 9182100"/>
                <a:gd name="connsiteY44" fmla="*/ 305463 h 765639"/>
                <a:gd name="connsiteX45" fmla="*/ 211265 w 9182100"/>
                <a:gd name="connsiteY45" fmla="*/ 261363 h 765639"/>
                <a:gd name="connsiteX46" fmla="*/ 17526 w 9182100"/>
                <a:gd name="connsiteY46" fmla="*/ 204880 h 765639"/>
                <a:gd name="connsiteX47" fmla="*/ 0 w 9182100"/>
                <a:gd name="connsiteY47" fmla="*/ 199927 h 765639"/>
                <a:gd name="connsiteX48" fmla="*/ 0 w 9182100"/>
                <a:gd name="connsiteY48" fmla="*/ 526920 h 765639"/>
                <a:gd name="connsiteX49" fmla="*/ 100298 w 9182100"/>
                <a:gd name="connsiteY49" fmla="*/ 571973 h 765639"/>
                <a:gd name="connsiteX50" fmla="*/ 301562 w 9182100"/>
                <a:gd name="connsiteY50" fmla="*/ 649697 h 765639"/>
                <a:gd name="connsiteX51" fmla="*/ 731044 w 9182100"/>
                <a:gd name="connsiteY51" fmla="*/ 746947 h 765639"/>
                <a:gd name="connsiteX52" fmla="*/ 1168241 w 9182100"/>
                <a:gd name="connsiteY52" fmla="*/ 762759 h 765639"/>
                <a:gd name="connsiteX53" fmla="*/ 1596581 w 9182100"/>
                <a:gd name="connsiteY53" fmla="*/ 716944 h 765639"/>
                <a:gd name="connsiteX54" fmla="*/ 1701641 w 9182100"/>
                <a:gd name="connsiteY54" fmla="*/ 697894 h 765639"/>
                <a:gd name="connsiteX55" fmla="*/ 1752124 w 9182100"/>
                <a:gd name="connsiteY55" fmla="*/ 688273 h 765639"/>
                <a:gd name="connsiteX56" fmla="*/ 1797939 w 9182100"/>
                <a:gd name="connsiteY56" fmla="*/ 679891 h 765639"/>
                <a:gd name="connsiteX57" fmla="*/ 1988630 w 9182100"/>
                <a:gd name="connsiteY57" fmla="*/ 649316 h 765639"/>
                <a:gd name="connsiteX58" fmla="*/ 2376297 w 9182100"/>
                <a:gd name="connsiteY58" fmla="*/ 601691 h 765639"/>
                <a:gd name="connsiteX59" fmla="*/ 2570416 w 9182100"/>
                <a:gd name="connsiteY59" fmla="*/ 584165 h 765639"/>
                <a:gd name="connsiteX60" fmla="*/ 2764155 w 9182100"/>
                <a:gd name="connsiteY60" fmla="*/ 571497 h 765639"/>
                <a:gd name="connsiteX61" fmla="*/ 2956941 w 9182100"/>
                <a:gd name="connsiteY61" fmla="*/ 564163 h 765639"/>
                <a:gd name="connsiteX62" fmla="*/ 3148298 w 9182100"/>
                <a:gd name="connsiteY62" fmla="*/ 562639 h 765639"/>
                <a:gd name="connsiteX63" fmla="*/ 3337274 w 9182100"/>
                <a:gd name="connsiteY63" fmla="*/ 568544 h 765639"/>
                <a:gd name="connsiteX64" fmla="*/ 3522345 w 9182100"/>
                <a:gd name="connsiteY64" fmla="*/ 583308 h 765639"/>
                <a:gd name="connsiteX65" fmla="*/ 3567779 w 9182100"/>
                <a:gd name="connsiteY65" fmla="*/ 588642 h 765639"/>
                <a:gd name="connsiteX66" fmla="*/ 3613785 w 9182100"/>
                <a:gd name="connsiteY66" fmla="*/ 594357 h 765639"/>
                <a:gd name="connsiteX67" fmla="*/ 3713798 w 9182100"/>
                <a:gd name="connsiteY67" fmla="*/ 607882 h 765639"/>
                <a:gd name="connsiteX68" fmla="*/ 3913823 w 9182100"/>
                <a:gd name="connsiteY68" fmla="*/ 634838 h 765639"/>
                <a:gd name="connsiteX69" fmla="*/ 4315873 w 9182100"/>
                <a:gd name="connsiteY69" fmla="*/ 686273 h 765639"/>
                <a:gd name="connsiteX70" fmla="*/ 4517422 w 9182100"/>
                <a:gd name="connsiteY70" fmla="*/ 710086 h 765639"/>
                <a:gd name="connsiteX71" fmla="*/ 4728972 w 9182100"/>
                <a:gd name="connsiteY71" fmla="*/ 731422 h 765639"/>
                <a:gd name="connsiteX72" fmla="*/ 5162931 w 9182100"/>
                <a:gd name="connsiteY72" fmla="*/ 744185 h 765639"/>
                <a:gd name="connsiteX73" fmla="*/ 5594033 w 9182100"/>
                <a:gd name="connsiteY73" fmla="*/ 706466 h 765639"/>
                <a:gd name="connsiteX74" fmla="*/ 5982939 w 9182100"/>
                <a:gd name="connsiteY74" fmla="*/ 655793 h 765639"/>
                <a:gd name="connsiteX75" fmla="*/ 6075045 w 9182100"/>
                <a:gd name="connsiteY75" fmla="*/ 648459 h 765639"/>
                <a:gd name="connsiteX76" fmla="*/ 6167819 w 9182100"/>
                <a:gd name="connsiteY76" fmla="*/ 643887 h 765639"/>
                <a:gd name="connsiteX77" fmla="*/ 6361081 w 9182100"/>
                <a:gd name="connsiteY77" fmla="*/ 639124 h 765639"/>
                <a:gd name="connsiteX78" fmla="*/ 6757321 w 9182100"/>
                <a:gd name="connsiteY78" fmla="*/ 640458 h 765639"/>
                <a:gd name="connsiteX79" fmla="*/ 7156704 w 9182100"/>
                <a:gd name="connsiteY79" fmla="*/ 649030 h 765639"/>
                <a:gd name="connsiteX80" fmla="*/ 7556373 w 9182100"/>
                <a:gd name="connsiteY80" fmla="*/ 662365 h 765639"/>
                <a:gd name="connsiteX81" fmla="*/ 7952328 w 9182100"/>
                <a:gd name="connsiteY81" fmla="*/ 682177 h 765639"/>
                <a:gd name="connsiteX82" fmla="*/ 8000714 w 9182100"/>
                <a:gd name="connsiteY82" fmla="*/ 685511 h 765639"/>
                <a:gd name="connsiteX83" fmla="*/ 8047196 w 9182100"/>
                <a:gd name="connsiteY83" fmla="*/ 689416 h 765639"/>
                <a:gd name="connsiteX84" fmla="*/ 8097965 w 9182100"/>
                <a:gd name="connsiteY84" fmla="*/ 693893 h 765639"/>
                <a:gd name="connsiteX85" fmla="*/ 8152733 w 9182100"/>
                <a:gd name="connsiteY85" fmla="*/ 697894 h 765639"/>
                <a:gd name="connsiteX86" fmla="*/ 8363903 w 9182100"/>
                <a:gd name="connsiteY86" fmla="*/ 705133 h 765639"/>
                <a:gd name="connsiteX87" fmla="*/ 8777764 w 9182100"/>
                <a:gd name="connsiteY87" fmla="*/ 698084 h 765639"/>
                <a:gd name="connsiteX88" fmla="*/ 9182005 w 9182100"/>
                <a:gd name="connsiteY88" fmla="*/ 668366 h 765639"/>
                <a:gd name="connsiteX89" fmla="*/ 9182005 w 9182100"/>
                <a:gd name="connsiteY89" fmla="*/ 351088 h 765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133EDCAA-1D6C-4710-9DA1-C7FC946D8E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501488"/>
              <a:ext cx="12188952" cy="641669"/>
            </a:xfrm>
            <a:custGeom>
              <a:avLst/>
              <a:gdLst>
                <a:gd name="connsiteX0" fmla="*/ 9182100 w 9182100"/>
                <a:gd name="connsiteY0" fmla="*/ 154189 h 544245"/>
                <a:gd name="connsiteX1" fmla="*/ 9047702 w 9182100"/>
                <a:gd name="connsiteY1" fmla="*/ 162762 h 544245"/>
                <a:gd name="connsiteX2" fmla="*/ 8652224 w 9182100"/>
                <a:gd name="connsiteY2" fmla="*/ 178287 h 544245"/>
                <a:gd name="connsiteX3" fmla="*/ 8255603 w 9182100"/>
                <a:gd name="connsiteY3" fmla="*/ 161047 h 544245"/>
                <a:gd name="connsiteX4" fmla="*/ 8060722 w 9182100"/>
                <a:gd name="connsiteY4" fmla="*/ 140854 h 544245"/>
                <a:gd name="connsiteX5" fmla="*/ 8013478 w 9182100"/>
                <a:gd name="connsiteY5" fmla="*/ 134187 h 544245"/>
                <a:gd name="connsiteX6" fmla="*/ 7990428 w 9182100"/>
                <a:gd name="connsiteY6" fmla="*/ 130567 h 544245"/>
                <a:gd name="connsiteX7" fmla="*/ 7964139 w 9182100"/>
                <a:gd name="connsiteY7" fmla="*/ 126853 h 544245"/>
                <a:gd name="connsiteX8" fmla="*/ 7911656 w 9182100"/>
                <a:gd name="connsiteY8" fmla="*/ 119518 h 544245"/>
                <a:gd name="connsiteX9" fmla="*/ 7860220 w 9182100"/>
                <a:gd name="connsiteY9" fmla="*/ 113232 h 544245"/>
                <a:gd name="connsiteX10" fmla="*/ 7453884 w 9182100"/>
                <a:gd name="connsiteY10" fmla="*/ 70369 h 544245"/>
                <a:gd name="connsiteX11" fmla="*/ 7048976 w 9182100"/>
                <a:gd name="connsiteY11" fmla="*/ 36556 h 544245"/>
                <a:gd name="connsiteX12" fmla="*/ 6846285 w 9182100"/>
                <a:gd name="connsiteY12" fmla="*/ 22649 h 544245"/>
                <a:gd name="connsiteX13" fmla="*/ 6643212 w 9182100"/>
                <a:gd name="connsiteY13" fmla="*/ 11600 h 544245"/>
                <a:gd name="connsiteX14" fmla="*/ 6541485 w 9182100"/>
                <a:gd name="connsiteY14" fmla="*/ 7314 h 544245"/>
                <a:gd name="connsiteX15" fmla="*/ 6439567 w 9182100"/>
                <a:gd name="connsiteY15" fmla="*/ 3885 h 544245"/>
                <a:gd name="connsiteX16" fmla="*/ 6337459 w 9182100"/>
                <a:gd name="connsiteY16" fmla="*/ 1313 h 544245"/>
                <a:gd name="connsiteX17" fmla="*/ 6234970 w 9182100"/>
                <a:gd name="connsiteY17" fmla="*/ 75 h 544245"/>
                <a:gd name="connsiteX18" fmla="*/ 6027802 w 9182100"/>
                <a:gd name="connsiteY18" fmla="*/ 2265 h 544245"/>
                <a:gd name="connsiteX19" fmla="*/ 5921978 w 9182100"/>
                <a:gd name="connsiteY19" fmla="*/ 6552 h 544245"/>
                <a:gd name="connsiteX20" fmla="*/ 5815965 w 9182100"/>
                <a:gd name="connsiteY20" fmla="*/ 14362 h 544245"/>
                <a:gd name="connsiteX21" fmla="*/ 5408390 w 9182100"/>
                <a:gd name="connsiteY21" fmla="*/ 67036 h 544245"/>
                <a:gd name="connsiteX22" fmla="*/ 5023866 w 9182100"/>
                <a:gd name="connsiteY22" fmla="*/ 103992 h 544245"/>
                <a:gd name="connsiteX23" fmla="*/ 4831556 w 9182100"/>
                <a:gd name="connsiteY23" fmla="*/ 106374 h 544245"/>
                <a:gd name="connsiteX24" fmla="*/ 4637723 w 9182100"/>
                <a:gd name="connsiteY24" fmla="*/ 98754 h 544245"/>
                <a:gd name="connsiteX25" fmla="*/ 4442460 w 9182100"/>
                <a:gd name="connsiteY25" fmla="*/ 83038 h 544245"/>
                <a:gd name="connsiteX26" fmla="*/ 4341686 w 9182100"/>
                <a:gd name="connsiteY26" fmla="*/ 77227 h 544245"/>
                <a:gd name="connsiteX27" fmla="*/ 4241006 w 9182100"/>
                <a:gd name="connsiteY27" fmla="*/ 71989 h 544245"/>
                <a:gd name="connsiteX28" fmla="*/ 3836956 w 9182100"/>
                <a:gd name="connsiteY28" fmla="*/ 54177 h 544245"/>
                <a:gd name="connsiteX29" fmla="*/ 3634549 w 9182100"/>
                <a:gd name="connsiteY29" fmla="*/ 45414 h 544245"/>
                <a:gd name="connsiteX30" fmla="*/ 3533394 w 9182100"/>
                <a:gd name="connsiteY30" fmla="*/ 40461 h 544245"/>
                <a:gd name="connsiteX31" fmla="*/ 3481959 w 9182100"/>
                <a:gd name="connsiteY31" fmla="*/ 37889 h 544245"/>
                <a:gd name="connsiteX32" fmla="*/ 3430238 w 9182100"/>
                <a:gd name="connsiteY32" fmla="*/ 35889 h 544245"/>
                <a:gd name="connsiteX33" fmla="*/ 3020473 w 9182100"/>
                <a:gd name="connsiteY33" fmla="*/ 37603 h 544245"/>
                <a:gd name="connsiteX34" fmla="*/ 2614422 w 9182100"/>
                <a:gd name="connsiteY34" fmla="*/ 56844 h 544245"/>
                <a:gd name="connsiteX35" fmla="*/ 2208657 w 9182100"/>
                <a:gd name="connsiteY35" fmla="*/ 81609 h 544245"/>
                <a:gd name="connsiteX36" fmla="*/ 1800606 w 9182100"/>
                <a:gd name="connsiteY36" fmla="*/ 107612 h 544245"/>
                <a:gd name="connsiteX37" fmla="*/ 1594676 w 9182100"/>
                <a:gd name="connsiteY37" fmla="*/ 124948 h 544245"/>
                <a:gd name="connsiteX38" fmla="*/ 1491996 w 9182100"/>
                <a:gd name="connsiteY38" fmla="*/ 136568 h 544245"/>
                <a:gd name="connsiteX39" fmla="*/ 1442942 w 9182100"/>
                <a:gd name="connsiteY39" fmla="*/ 141902 h 544245"/>
                <a:gd name="connsiteX40" fmla="*/ 1418463 w 9182100"/>
                <a:gd name="connsiteY40" fmla="*/ 144664 h 544245"/>
                <a:gd name="connsiteX41" fmla="*/ 1393984 w 9182100"/>
                <a:gd name="connsiteY41" fmla="*/ 146855 h 544245"/>
                <a:gd name="connsiteX42" fmla="*/ 1006697 w 9182100"/>
                <a:gd name="connsiteY42" fmla="*/ 169810 h 544245"/>
                <a:gd name="connsiteX43" fmla="*/ 816864 w 9182100"/>
                <a:gd name="connsiteY43" fmla="*/ 170953 h 544245"/>
                <a:gd name="connsiteX44" fmla="*/ 769906 w 9182100"/>
                <a:gd name="connsiteY44" fmla="*/ 169715 h 544245"/>
                <a:gd name="connsiteX45" fmla="*/ 723043 w 9182100"/>
                <a:gd name="connsiteY45" fmla="*/ 168096 h 544245"/>
                <a:gd name="connsiteX46" fmla="*/ 676370 w 9182100"/>
                <a:gd name="connsiteY46" fmla="*/ 166286 h 544245"/>
                <a:gd name="connsiteX47" fmla="*/ 629888 w 9182100"/>
                <a:gd name="connsiteY47" fmla="*/ 163333 h 544245"/>
                <a:gd name="connsiteX48" fmla="*/ 445484 w 9182100"/>
                <a:gd name="connsiteY48" fmla="*/ 146093 h 544245"/>
                <a:gd name="connsiteX49" fmla="*/ 263366 w 9182100"/>
                <a:gd name="connsiteY49" fmla="*/ 115232 h 544245"/>
                <a:gd name="connsiteX50" fmla="*/ 81439 w 9182100"/>
                <a:gd name="connsiteY50" fmla="*/ 70369 h 544245"/>
                <a:gd name="connsiteX51" fmla="*/ 35338 w 9182100"/>
                <a:gd name="connsiteY51" fmla="*/ 57034 h 544245"/>
                <a:gd name="connsiteX52" fmla="*/ 0 w 9182100"/>
                <a:gd name="connsiteY52" fmla="*/ 46652 h 544245"/>
                <a:gd name="connsiteX53" fmla="*/ 0 w 9182100"/>
                <a:gd name="connsiteY53" fmla="*/ 426795 h 544245"/>
                <a:gd name="connsiteX54" fmla="*/ 178594 w 9182100"/>
                <a:gd name="connsiteY54" fmla="*/ 479658 h 544245"/>
                <a:gd name="connsiteX55" fmla="*/ 610457 w 9182100"/>
                <a:gd name="connsiteY55" fmla="*/ 542619 h 544245"/>
                <a:gd name="connsiteX56" fmla="*/ 826865 w 9182100"/>
                <a:gd name="connsiteY56" fmla="*/ 539666 h 544245"/>
                <a:gd name="connsiteX57" fmla="*/ 1039654 w 9182100"/>
                <a:gd name="connsiteY57" fmla="*/ 515187 h 544245"/>
                <a:gd name="connsiteX58" fmla="*/ 1449705 w 9182100"/>
                <a:gd name="connsiteY58" fmla="*/ 415270 h 544245"/>
                <a:gd name="connsiteX59" fmla="*/ 1548765 w 9182100"/>
                <a:gd name="connsiteY59" fmla="*/ 382123 h 544245"/>
                <a:gd name="connsiteX60" fmla="*/ 1642872 w 9182100"/>
                <a:gd name="connsiteY60" fmla="*/ 349261 h 544245"/>
                <a:gd name="connsiteX61" fmla="*/ 1832991 w 9182100"/>
                <a:gd name="connsiteY61" fmla="*/ 289158 h 544245"/>
                <a:gd name="connsiteX62" fmla="*/ 2222754 w 9182100"/>
                <a:gd name="connsiteY62" fmla="*/ 193623 h 544245"/>
                <a:gd name="connsiteX63" fmla="*/ 2620137 w 9182100"/>
                <a:gd name="connsiteY63" fmla="*/ 138378 h 544245"/>
                <a:gd name="connsiteX64" fmla="*/ 3020473 w 9182100"/>
                <a:gd name="connsiteY64" fmla="*/ 127234 h 544245"/>
                <a:gd name="connsiteX65" fmla="*/ 3219736 w 9182100"/>
                <a:gd name="connsiteY65" fmla="*/ 139807 h 544245"/>
                <a:gd name="connsiteX66" fmla="*/ 3318605 w 9182100"/>
                <a:gd name="connsiteY66" fmla="*/ 151713 h 544245"/>
                <a:gd name="connsiteX67" fmla="*/ 3367754 w 9182100"/>
                <a:gd name="connsiteY67" fmla="*/ 158666 h 544245"/>
                <a:gd name="connsiteX68" fmla="*/ 3416618 w 9182100"/>
                <a:gd name="connsiteY68" fmla="*/ 166858 h 544245"/>
                <a:gd name="connsiteX69" fmla="*/ 3465195 w 9182100"/>
                <a:gd name="connsiteY69" fmla="*/ 176097 h 544245"/>
                <a:gd name="connsiteX70" fmla="*/ 3513868 w 9182100"/>
                <a:gd name="connsiteY70" fmla="*/ 185908 h 544245"/>
                <a:gd name="connsiteX71" fmla="*/ 3612737 w 9182100"/>
                <a:gd name="connsiteY71" fmla="*/ 207625 h 544245"/>
                <a:gd name="connsiteX72" fmla="*/ 3810381 w 9182100"/>
                <a:gd name="connsiteY72" fmla="*/ 252106 h 544245"/>
                <a:gd name="connsiteX73" fmla="*/ 4206621 w 9182100"/>
                <a:gd name="connsiteY73" fmla="*/ 339736 h 544245"/>
                <a:gd name="connsiteX74" fmla="*/ 4306062 w 9182100"/>
                <a:gd name="connsiteY74" fmla="*/ 359834 h 544245"/>
                <a:gd name="connsiteX75" fmla="*/ 4405503 w 9182100"/>
                <a:gd name="connsiteY75" fmla="*/ 378979 h 544245"/>
                <a:gd name="connsiteX76" fmla="*/ 4611529 w 9182100"/>
                <a:gd name="connsiteY76" fmla="*/ 405745 h 544245"/>
                <a:gd name="connsiteX77" fmla="*/ 5031677 w 9182100"/>
                <a:gd name="connsiteY77" fmla="*/ 427462 h 544245"/>
                <a:gd name="connsiteX78" fmla="*/ 5243227 w 9182100"/>
                <a:gd name="connsiteY78" fmla="*/ 418699 h 544245"/>
                <a:gd name="connsiteX79" fmla="*/ 5451062 w 9182100"/>
                <a:gd name="connsiteY79" fmla="*/ 398029 h 544245"/>
                <a:gd name="connsiteX80" fmla="*/ 5844635 w 9182100"/>
                <a:gd name="connsiteY80" fmla="*/ 353071 h 544245"/>
                <a:gd name="connsiteX81" fmla="*/ 5939981 w 9182100"/>
                <a:gd name="connsiteY81" fmla="*/ 346975 h 544245"/>
                <a:gd name="connsiteX82" fmla="*/ 6035898 w 9182100"/>
                <a:gd name="connsiteY82" fmla="*/ 344118 h 544245"/>
                <a:gd name="connsiteX83" fmla="*/ 6232303 w 9182100"/>
                <a:gd name="connsiteY83" fmla="*/ 343642 h 544245"/>
                <a:gd name="connsiteX84" fmla="*/ 6630924 w 9182100"/>
                <a:gd name="connsiteY84" fmla="*/ 351071 h 544245"/>
                <a:gd name="connsiteX85" fmla="*/ 6831140 w 9182100"/>
                <a:gd name="connsiteY85" fmla="*/ 356596 h 544245"/>
                <a:gd name="connsiteX86" fmla="*/ 7031545 w 9182100"/>
                <a:gd name="connsiteY86" fmla="*/ 362501 h 544245"/>
                <a:gd name="connsiteX87" fmla="*/ 7432262 w 9182100"/>
                <a:gd name="connsiteY87" fmla="*/ 378408 h 544245"/>
                <a:gd name="connsiteX88" fmla="*/ 7830312 w 9182100"/>
                <a:gd name="connsiteY88" fmla="*/ 402506 h 544245"/>
                <a:gd name="connsiteX89" fmla="*/ 7879270 w 9182100"/>
                <a:gd name="connsiteY89" fmla="*/ 406792 h 544245"/>
                <a:gd name="connsiteX90" fmla="*/ 7926895 w 9182100"/>
                <a:gd name="connsiteY90" fmla="*/ 411745 h 544245"/>
                <a:gd name="connsiteX91" fmla="*/ 7977569 w 9182100"/>
                <a:gd name="connsiteY91" fmla="*/ 417175 h 544245"/>
                <a:gd name="connsiteX92" fmla="*/ 8030623 w 9182100"/>
                <a:gd name="connsiteY92" fmla="*/ 422127 h 544245"/>
                <a:gd name="connsiteX93" fmla="*/ 8237982 w 9182100"/>
                <a:gd name="connsiteY93" fmla="*/ 435177 h 544245"/>
                <a:gd name="connsiteX94" fmla="*/ 8647748 w 9182100"/>
                <a:gd name="connsiteY94" fmla="*/ 449464 h 544245"/>
                <a:gd name="connsiteX95" fmla="*/ 8852821 w 9182100"/>
                <a:gd name="connsiteY95" fmla="*/ 456132 h 544245"/>
                <a:gd name="connsiteX96" fmla="*/ 8955786 w 9182100"/>
                <a:gd name="connsiteY96" fmla="*/ 458132 h 544245"/>
                <a:gd name="connsiteX97" fmla="*/ 9059227 w 9182100"/>
                <a:gd name="connsiteY97" fmla="*/ 457751 h 544245"/>
                <a:gd name="connsiteX98" fmla="*/ 9182005 w 9182100"/>
                <a:gd name="connsiteY98" fmla="*/ 452512 h 544245"/>
                <a:gd name="connsiteX99" fmla="*/ 9182005 w 9182100"/>
                <a:gd name="connsiteY99" fmla="*/ 154189 h 5442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useBgFill="1">
          <p:nvSpPr>
            <p:cNvPr id="55" name="Freeform: Shape 54">
              <a:extLst>
                <a:ext uri="{FF2B5EF4-FFF2-40B4-BE49-F238E27FC236}">
                  <a16:creationId xmlns:a16="http://schemas.microsoft.com/office/drawing/2014/main" id="{3916FBF2-1CC9-460D-A42B-FB77E515EC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3614750"/>
              <a:ext cx="12188952" cy="1201528"/>
            </a:xfrm>
            <a:custGeom>
              <a:avLst/>
              <a:gdLst>
                <a:gd name="connsiteX0" fmla="*/ 0 w 9182100"/>
                <a:gd name="connsiteY0" fmla="*/ 1019102 h 1019102"/>
                <a:gd name="connsiteX1" fmla="*/ 9182100 w 9182100"/>
                <a:gd name="connsiteY1" fmla="*/ 1019102 h 1019102"/>
                <a:gd name="connsiteX2" fmla="*/ 9182100 w 9182100"/>
                <a:gd name="connsiteY2" fmla="*/ 273009 h 1019102"/>
                <a:gd name="connsiteX3" fmla="*/ 9065895 w 9182100"/>
                <a:gd name="connsiteY3" fmla="*/ 278343 h 1019102"/>
                <a:gd name="connsiteX4" fmla="*/ 8261890 w 9182100"/>
                <a:gd name="connsiteY4" fmla="*/ 257769 h 1019102"/>
                <a:gd name="connsiteX5" fmla="*/ 8038624 w 9182100"/>
                <a:gd name="connsiteY5" fmla="*/ 235956 h 1019102"/>
                <a:gd name="connsiteX6" fmla="*/ 7862221 w 9182100"/>
                <a:gd name="connsiteY6" fmla="*/ 213097 h 1019102"/>
                <a:gd name="connsiteX7" fmla="*/ 6238780 w 9182100"/>
                <a:gd name="connsiteY7" fmla="*/ 126419 h 1019102"/>
                <a:gd name="connsiteX8" fmla="*/ 5828729 w 9182100"/>
                <a:gd name="connsiteY8" fmla="*/ 142421 h 1019102"/>
                <a:gd name="connsiteX9" fmla="*/ 5227606 w 9182100"/>
                <a:gd name="connsiteY9" fmla="*/ 219764 h 1019102"/>
                <a:gd name="connsiteX10" fmla="*/ 4394359 w 9182100"/>
                <a:gd name="connsiteY10" fmla="*/ 190713 h 1019102"/>
                <a:gd name="connsiteX11" fmla="*/ 3789236 w 9182100"/>
                <a:gd name="connsiteY11" fmla="*/ 107655 h 1019102"/>
                <a:gd name="connsiteX12" fmla="*/ 3391567 w 9182100"/>
                <a:gd name="connsiteY12" fmla="*/ 30502 h 1019102"/>
                <a:gd name="connsiteX13" fmla="*/ 2180177 w 9182100"/>
                <a:gd name="connsiteY13" fmla="*/ 67745 h 1019102"/>
                <a:gd name="connsiteX14" fmla="*/ 1543336 w 9182100"/>
                <a:gd name="connsiteY14" fmla="*/ 209953 h 1019102"/>
                <a:gd name="connsiteX15" fmla="*/ 1276731 w 9182100"/>
                <a:gd name="connsiteY15" fmla="*/ 286439 h 1019102"/>
                <a:gd name="connsiteX16" fmla="*/ 441293 w 9182100"/>
                <a:gd name="connsiteY16" fmla="*/ 292345 h 1019102"/>
                <a:gd name="connsiteX17" fmla="*/ 0 w 9182100"/>
                <a:gd name="connsiteY17" fmla="*/ 135563 h 1019102"/>
                <a:gd name="connsiteX18" fmla="*/ 0 w 9182100"/>
                <a:gd name="connsiteY18" fmla="*/ 1019102 h 10191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cap="flat">
              <a:noFill/>
              <a:prstDash val="solid"/>
              <a:miter/>
            </a:ln>
          </p:spPr>
          <p:txBody>
            <a:bodyPr rtlCol="0" anchor="ctr"/>
            <a:lstStyle/>
            <a:p>
              <a:endParaRPr lang="en-US" dirty="0"/>
            </a:p>
          </p:txBody>
        </p:sp>
      </p:grpSp>
      <p:sp>
        <p:nvSpPr>
          <p:cNvPr id="2" name="Title 1">
            <a:extLst>
              <a:ext uri="{FF2B5EF4-FFF2-40B4-BE49-F238E27FC236}">
                <a16:creationId xmlns:a16="http://schemas.microsoft.com/office/drawing/2014/main" id="{8E9BC2FF-12EF-60D6-088B-16104E91EB08}"/>
              </a:ext>
            </a:extLst>
          </p:cNvPr>
          <p:cNvSpPr>
            <a:spLocks noGrp="1"/>
          </p:cNvSpPr>
          <p:nvPr>
            <p:ph type="title"/>
          </p:nvPr>
        </p:nvSpPr>
        <p:spPr>
          <a:xfrm>
            <a:off x="804672" y="4551037"/>
            <a:ext cx="5021782" cy="1509931"/>
          </a:xfrm>
        </p:spPr>
        <p:txBody>
          <a:bodyPr>
            <a:normAutofit/>
          </a:bodyPr>
          <a:lstStyle/>
          <a:p>
            <a:r>
              <a:rPr lang="en-US" sz="8000" u="sng" dirty="0">
                <a:solidFill>
                  <a:schemeClr val="bg1"/>
                </a:solidFill>
                <a:highlight>
                  <a:srgbClr val="000000"/>
                </a:highlight>
                <a:latin typeface="Agency FB" panose="020B0503020202020204" pitchFamily="34" charset="0"/>
              </a:rPr>
              <a:t>_</a:t>
            </a:r>
            <a:r>
              <a:rPr lang="hu-HU" sz="8000" u="sng" dirty="0">
                <a:solidFill>
                  <a:schemeClr val="bg1"/>
                </a:solidFill>
                <a:highlight>
                  <a:srgbClr val="000000"/>
                </a:highlight>
                <a:latin typeface="Agency FB" panose="020B0503020202020204" pitchFamily="34" charset="0"/>
              </a:rPr>
              <a:t>Git</a:t>
            </a:r>
            <a:r>
              <a:rPr lang="en-US" sz="8000" u="sng" dirty="0">
                <a:solidFill>
                  <a:schemeClr val="bg1"/>
                </a:solidFill>
                <a:highlight>
                  <a:srgbClr val="000000"/>
                </a:highlight>
                <a:latin typeface="Agency FB" panose="020B0503020202020204" pitchFamily="34" charset="0"/>
              </a:rPr>
              <a:t>_</a:t>
            </a:r>
          </a:p>
        </p:txBody>
      </p:sp>
      <p:sp>
        <p:nvSpPr>
          <p:cNvPr id="5" name="Rectangle 2">
            <a:extLst>
              <a:ext uri="{FF2B5EF4-FFF2-40B4-BE49-F238E27FC236}">
                <a16:creationId xmlns:a16="http://schemas.microsoft.com/office/drawing/2014/main" id="{0FE6482A-CB4E-D344-38E7-89CA279C526C}"/>
              </a:ext>
            </a:extLst>
          </p:cNvPr>
          <p:cNvSpPr>
            <a:spLocks noGrp="1" noChangeArrowheads="1"/>
          </p:cNvSpPr>
          <p:nvPr>
            <p:ph idx="1"/>
          </p:nvPr>
        </p:nvSpPr>
        <p:spPr bwMode="auto">
          <a:xfrm>
            <a:off x="6231256" y="4796490"/>
            <a:ext cx="4926411" cy="217477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R="0" lvl="0" defTabSz="914400" rtl="0" eaLnBrk="0" fontAlgn="base" latinLnBrk="0" hangingPunct="0">
              <a:spcBef>
                <a:spcPct val="0"/>
              </a:spcBef>
              <a:spcAft>
                <a:spcPts val="600"/>
              </a:spcAft>
              <a:buClrTx/>
              <a:buSzTx/>
              <a:buFont typeface="Wingdings" panose="05000000000000000000" pitchFamily="2" charset="2"/>
              <a:buChar char="q"/>
              <a:tabLst/>
            </a:pPr>
            <a:r>
              <a:rPr lang="hu-HU" sz="3000" dirty="0">
                <a:solidFill>
                  <a:schemeClr val="tx2"/>
                </a:solidFill>
                <a:latin typeface="+mj-lt"/>
              </a:rPr>
              <a:t>Verziókezelő rendszer</a:t>
            </a:r>
            <a:endParaRPr kumimoji="0" lang="en-US" altLang="en-US" sz="3000" b="0" i="0" u="none" strike="noStrike" cap="none" normalizeH="0" baseline="0" dirty="0">
              <a:ln>
                <a:noFill/>
              </a:ln>
              <a:solidFill>
                <a:schemeClr val="tx2"/>
              </a:solidFill>
              <a:effectLst/>
              <a:latin typeface="+mj-lt"/>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endParaRPr kumimoji="0" lang="en-US" altLang="en-US" sz="3000" b="0" i="0" u="none" strike="noStrike" cap="none" normalizeH="0" baseline="0" dirty="0">
              <a:ln>
                <a:noFill/>
              </a:ln>
              <a:solidFill>
                <a:schemeClr val="tx2"/>
              </a:solidFill>
              <a:effectLst/>
              <a:latin typeface="+mj-lt"/>
            </a:endParaRPr>
          </a:p>
          <a:p>
            <a:pPr marR="0" lvl="0" defTabSz="914400" rtl="0" eaLnBrk="0" fontAlgn="base" latinLnBrk="0" hangingPunct="0">
              <a:spcBef>
                <a:spcPct val="0"/>
              </a:spcBef>
              <a:spcAft>
                <a:spcPts val="600"/>
              </a:spcAft>
              <a:buClrTx/>
              <a:buSzTx/>
              <a:buFont typeface="Wingdings" panose="05000000000000000000" pitchFamily="2" charset="2"/>
              <a:buChar char="q"/>
              <a:tabLst/>
            </a:pPr>
            <a:r>
              <a:rPr lang="en-US" altLang="en-US" sz="3000" dirty="0" err="1">
                <a:solidFill>
                  <a:schemeClr val="tx2"/>
                </a:solidFill>
                <a:latin typeface="+mj-lt"/>
              </a:rPr>
              <a:t>Átlátható</a:t>
            </a:r>
            <a:r>
              <a:rPr lang="en-US" altLang="en-US" sz="3000" dirty="0">
                <a:solidFill>
                  <a:schemeClr val="tx2"/>
                </a:solidFill>
                <a:latin typeface="+mj-lt"/>
              </a:rPr>
              <a:t> </a:t>
            </a:r>
            <a:r>
              <a:rPr lang="en-US" altLang="en-US" sz="3000" dirty="0" err="1">
                <a:solidFill>
                  <a:schemeClr val="tx2"/>
                </a:solidFill>
                <a:latin typeface="+mj-lt"/>
              </a:rPr>
              <a:t>fejlesztés</a:t>
            </a:r>
            <a:endParaRPr lang="en-US" altLang="en-US" sz="3000" dirty="0">
              <a:solidFill>
                <a:schemeClr val="tx2"/>
              </a:solidFill>
              <a:latin typeface="+mj-lt"/>
            </a:endParaRPr>
          </a:p>
          <a:p>
            <a:pPr marL="0" marR="0" lvl="0" indent="0" defTabSz="914400" rtl="0" eaLnBrk="0" fontAlgn="base" latinLnBrk="0" hangingPunct="0">
              <a:spcBef>
                <a:spcPct val="0"/>
              </a:spcBef>
              <a:spcAft>
                <a:spcPts val="600"/>
              </a:spcAft>
              <a:buClrTx/>
              <a:buSzTx/>
              <a:buFontTx/>
              <a:buChar char="•"/>
              <a:tabLst/>
            </a:pPr>
            <a:endParaRPr lang="en-US" altLang="en-US" sz="1800" dirty="0">
              <a:solidFill>
                <a:schemeClr val="tx2"/>
              </a:solidFill>
              <a:latin typeface="+mj-lt"/>
            </a:endParaRPr>
          </a:p>
          <a:p>
            <a:pPr marL="0" marR="0" lvl="0" indent="0" defTabSz="914400" rtl="0" eaLnBrk="0" fontAlgn="base" latinLnBrk="0" hangingPunct="0">
              <a:spcBef>
                <a:spcPct val="0"/>
              </a:spcBef>
              <a:spcAft>
                <a:spcPts val="600"/>
              </a:spcAft>
              <a:buClrTx/>
              <a:buSzTx/>
              <a:buFontTx/>
              <a:buChar char="•"/>
              <a:tabLst/>
            </a:pPr>
            <a:endParaRPr kumimoji="0" lang="en-US" altLang="en-US" sz="1800" b="0" i="0" u="none" strike="noStrike" cap="none" normalizeH="0" baseline="0" dirty="0">
              <a:ln>
                <a:noFill/>
              </a:ln>
              <a:solidFill>
                <a:schemeClr val="tx2"/>
              </a:solidFill>
              <a:effectLst/>
              <a:latin typeface="+mj-lt"/>
            </a:endParaRPr>
          </a:p>
          <a:p>
            <a:pPr marL="0" marR="0" lvl="0" indent="0" defTabSz="914400" rtl="0" eaLnBrk="0" fontAlgn="base" latinLnBrk="0" hangingPunct="0">
              <a:spcBef>
                <a:spcPct val="0"/>
              </a:spcBef>
              <a:spcAft>
                <a:spcPts val="600"/>
              </a:spcAft>
              <a:buClrTx/>
              <a:buSzTx/>
              <a:buFontTx/>
              <a:buChar char="•"/>
              <a:tabLst/>
            </a:pPr>
            <a:endParaRPr kumimoji="0" lang="en-US" altLang="en-US" sz="1800" b="0" i="0" u="none" strike="noStrike" cap="none" normalizeH="0" baseline="0" dirty="0">
              <a:ln>
                <a:noFill/>
              </a:ln>
              <a:solidFill>
                <a:schemeClr val="tx2"/>
              </a:solidFill>
              <a:effectLst/>
              <a:latin typeface="+mj-lt"/>
            </a:endParaRPr>
          </a:p>
        </p:txBody>
      </p:sp>
    </p:spTree>
    <p:extLst>
      <p:ext uri="{BB962C8B-B14F-4D97-AF65-F5344CB8AC3E}">
        <p14:creationId xmlns:p14="http://schemas.microsoft.com/office/powerpoint/2010/main" val="38000257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t="-11000" b="-11000"/>
          </a:stretch>
        </a:blipFill>
        <a:effectLst/>
      </p:bgPr>
    </p:bg>
    <p:spTree>
      <p:nvGrpSpPr>
        <p:cNvPr id="1" name="">
          <a:extLst>
            <a:ext uri="{FF2B5EF4-FFF2-40B4-BE49-F238E27FC236}">
              <a16:creationId xmlns:a16="http://schemas.microsoft.com/office/drawing/2014/main" id="{FB60C184-0126-3E31-65D4-F7F7736FE71B}"/>
            </a:ext>
          </a:extLst>
        </p:cNvPr>
        <p:cNvGrpSpPr/>
        <p:nvPr/>
      </p:nvGrpSpPr>
      <p:grpSpPr>
        <a:xfrm>
          <a:off x="0" y="0"/>
          <a:ext cx="0" cy="0"/>
          <a:chOff x="0" y="0"/>
          <a:chExt cx="0" cy="0"/>
        </a:xfrm>
      </p:grpSpPr>
      <p:sp useBgFill="1">
        <p:nvSpPr>
          <p:cNvPr id="42" name="Rectangle 41">
            <a:extLst>
              <a:ext uri="{FF2B5EF4-FFF2-40B4-BE49-F238E27FC236}">
                <a16:creationId xmlns:a16="http://schemas.microsoft.com/office/drawing/2014/main" id="{96CF2A2B-0745-440C-9224-C5C6A0A428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44" name="Rectangle 43">
            <a:extLst>
              <a:ext uri="{FF2B5EF4-FFF2-40B4-BE49-F238E27FC236}">
                <a16:creationId xmlns:a16="http://schemas.microsoft.com/office/drawing/2014/main" id="{75BE6D6B-84C9-4D2B-97EB-773B7369EF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pic>
        <p:nvPicPr>
          <p:cNvPr id="8" name="Kép 7">
            <a:extLst>
              <a:ext uri="{FF2B5EF4-FFF2-40B4-BE49-F238E27FC236}">
                <a16:creationId xmlns:a16="http://schemas.microsoft.com/office/drawing/2014/main" id="{D0B41FC9-6B6A-4759-75DE-B012F09B09B7}"/>
              </a:ext>
            </a:extLst>
          </p:cNvPr>
          <p:cNvPicPr>
            <a:picLocks noChangeAspect="1"/>
          </p:cNvPicPr>
          <p:nvPr/>
        </p:nvPicPr>
        <p:blipFill>
          <a:blip r:embed="rId4">
            <a:alphaModFix amt="27000"/>
          </a:blip>
          <a:stretch>
            <a:fillRect/>
          </a:stretch>
        </p:blipFill>
        <p:spPr>
          <a:xfrm>
            <a:off x="-3048" y="-2"/>
            <a:ext cx="12195048" cy="6984686"/>
          </a:xfrm>
          <a:prstGeom prst="rect">
            <a:avLst/>
          </a:prstGeom>
          <a:blipFill>
            <a:blip r:embed="rId3">
              <a:alphaModFix amt="27000"/>
            </a:blip>
            <a:stretch>
              <a:fillRect/>
            </a:stretch>
          </a:blipFill>
        </p:spPr>
      </p:pic>
      <p:sp>
        <p:nvSpPr>
          <p:cNvPr id="2" name="Title 1">
            <a:extLst>
              <a:ext uri="{FF2B5EF4-FFF2-40B4-BE49-F238E27FC236}">
                <a16:creationId xmlns:a16="http://schemas.microsoft.com/office/drawing/2014/main" id="{8E9BC2FF-12EF-60D6-088B-16104E91EB08}"/>
              </a:ext>
            </a:extLst>
          </p:cNvPr>
          <p:cNvSpPr>
            <a:spLocks noGrp="1"/>
          </p:cNvSpPr>
          <p:nvPr>
            <p:ph type="title"/>
          </p:nvPr>
        </p:nvSpPr>
        <p:spPr>
          <a:xfrm>
            <a:off x="1198181" y="728906"/>
            <a:ext cx="9792471" cy="2057037"/>
          </a:xfrm>
        </p:spPr>
        <p:txBody>
          <a:bodyPr>
            <a:normAutofit/>
          </a:bodyPr>
          <a:lstStyle/>
          <a:p>
            <a:pPr algn="ctr"/>
            <a:r>
              <a:rPr lang="en-US" sz="6000" u="sng" dirty="0">
                <a:solidFill>
                  <a:srgbClr val="FFFFFF"/>
                </a:solidFill>
                <a:highlight>
                  <a:srgbClr val="000000"/>
                </a:highlight>
                <a:latin typeface="Agency FB" panose="020B0503020202020204" pitchFamily="34" charset="0"/>
              </a:rPr>
              <a:t>_</a:t>
            </a:r>
            <a:r>
              <a:rPr lang="hu-HU" sz="6000" u="sng" dirty="0">
                <a:solidFill>
                  <a:srgbClr val="FFFFFF"/>
                </a:solidFill>
                <a:highlight>
                  <a:srgbClr val="000000"/>
                </a:highlight>
                <a:latin typeface="Agency FB" panose="020B0503020202020204" pitchFamily="34" charset="0"/>
              </a:rPr>
              <a:t>Tesztelés</a:t>
            </a:r>
            <a:r>
              <a:rPr lang="en-US" sz="6000" u="sng" dirty="0">
                <a:solidFill>
                  <a:srgbClr val="FFFFFF"/>
                </a:solidFill>
                <a:highlight>
                  <a:srgbClr val="000000"/>
                </a:highlight>
                <a:latin typeface="Agency FB" panose="020B0503020202020204" pitchFamily="34" charset="0"/>
              </a:rPr>
              <a:t>_</a:t>
            </a:r>
          </a:p>
        </p:txBody>
      </p:sp>
      <p:sp>
        <p:nvSpPr>
          <p:cNvPr id="5" name="Rectangle 2">
            <a:extLst>
              <a:ext uri="{FF2B5EF4-FFF2-40B4-BE49-F238E27FC236}">
                <a16:creationId xmlns:a16="http://schemas.microsoft.com/office/drawing/2014/main" id="{0FE6482A-CB4E-D344-38E7-89CA279C526C}"/>
              </a:ext>
            </a:extLst>
          </p:cNvPr>
          <p:cNvSpPr>
            <a:spLocks noGrp="1" noChangeArrowheads="1"/>
          </p:cNvSpPr>
          <p:nvPr>
            <p:ph idx="1"/>
          </p:nvPr>
        </p:nvSpPr>
        <p:spPr bwMode="auto">
          <a:xfrm>
            <a:off x="1198181" y="3190009"/>
            <a:ext cx="9792471" cy="293907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indent="0" algn="ctr" eaLnBrk="0" fontAlgn="base" hangingPunct="0">
              <a:spcBef>
                <a:spcPct val="0"/>
              </a:spcBef>
              <a:spcAft>
                <a:spcPts val="600"/>
              </a:spcAft>
              <a:buNone/>
            </a:pPr>
            <a:r>
              <a:rPr lang="hu-HU" sz="3000" b="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A hálózat tesztelése biztosítja, hogy a rendszer </a:t>
            </a:r>
            <a:r>
              <a:rPr lang="hu-HU" sz="3000" b="1" i="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stabilan</a:t>
            </a:r>
            <a:r>
              <a:rPr lang="hu-HU" sz="3000" b="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 </a:t>
            </a:r>
            <a:r>
              <a:rPr lang="hu-HU" sz="3000" b="1" i="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gyorsan</a:t>
            </a:r>
            <a:r>
              <a:rPr lang="hu-HU" sz="3000" b="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 és </a:t>
            </a:r>
            <a:r>
              <a:rPr lang="hu-HU" sz="3000" b="1" i="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biztonságosan</a:t>
            </a:r>
            <a:r>
              <a:rPr lang="hu-HU" sz="3000" b="1" kern="100" dirty="0">
                <a:ln>
                  <a:solidFill>
                    <a:srgbClr val="C00000"/>
                  </a:solidFill>
                </a:ln>
                <a:solidFill>
                  <a:schemeClr val="bg1"/>
                </a:solidFill>
                <a:effectLst/>
                <a:highlight>
                  <a:srgbClr val="FF0000"/>
                </a:highlight>
                <a:latin typeface="+mj-lt"/>
                <a:ea typeface="Times New Roman" panose="02020603050405020304" pitchFamily="18" charset="0"/>
                <a:cs typeface="Times New Roman" panose="02020603050405020304" pitchFamily="18" charset="0"/>
              </a:rPr>
              <a:t> működjön a mindennapi használat során. </a:t>
            </a:r>
            <a:endParaRPr kumimoji="0" lang="en-US" altLang="en-US" sz="3000" b="1" i="0" u="none" strike="noStrike" cap="none" normalizeH="0" baseline="0" dirty="0">
              <a:ln>
                <a:solidFill>
                  <a:srgbClr val="C00000"/>
                </a:solidFill>
              </a:ln>
              <a:solidFill>
                <a:schemeClr val="bg1"/>
              </a:solidFill>
              <a:effectLst/>
              <a:highlight>
                <a:srgbClr val="FF0000"/>
              </a:highlight>
              <a:latin typeface="+mj-lt"/>
            </a:endParaRPr>
          </a:p>
        </p:txBody>
      </p:sp>
    </p:spTree>
    <p:extLst>
      <p:ext uri="{BB962C8B-B14F-4D97-AF65-F5344CB8AC3E}">
        <p14:creationId xmlns:p14="http://schemas.microsoft.com/office/powerpoint/2010/main" val="16342744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60C184-0126-3E31-65D4-F7F7736FE71B}"/>
            </a:ext>
          </a:extLst>
        </p:cNvPr>
        <p:cNvGrpSpPr/>
        <p:nvPr/>
      </p:nvGrpSpPr>
      <p:grpSpPr>
        <a:xfrm>
          <a:off x="0" y="0"/>
          <a:ext cx="0" cy="0"/>
          <a:chOff x="0" y="0"/>
          <a:chExt cx="0" cy="0"/>
        </a:xfrm>
      </p:grpSpPr>
      <p:sp>
        <p:nvSpPr>
          <p:cNvPr id="42" name="Rectangle 41">
            <a:extLst>
              <a:ext uri="{FF2B5EF4-FFF2-40B4-BE49-F238E27FC236}">
                <a16:creationId xmlns:a16="http://schemas.microsoft.com/office/drawing/2014/main" id="{AE2B703B-46F9-481A-A605-82E2A828C4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E9BC2FF-12EF-60D6-088B-16104E91EB08}"/>
              </a:ext>
            </a:extLst>
          </p:cNvPr>
          <p:cNvSpPr>
            <a:spLocks noGrp="1"/>
          </p:cNvSpPr>
          <p:nvPr>
            <p:ph type="title"/>
          </p:nvPr>
        </p:nvSpPr>
        <p:spPr>
          <a:xfrm>
            <a:off x="838200" y="459863"/>
            <a:ext cx="10515600" cy="1004594"/>
          </a:xfrm>
        </p:spPr>
        <p:txBody>
          <a:bodyPr>
            <a:normAutofit/>
          </a:bodyPr>
          <a:lstStyle/>
          <a:p>
            <a:pPr algn="ctr"/>
            <a:r>
              <a:rPr lang="hu-HU" sz="6000" dirty="0">
                <a:solidFill>
                  <a:srgbClr val="FFFFFF"/>
                </a:solidFill>
                <a:latin typeface="Agency FB" panose="020B0503020202020204" pitchFamily="34" charset="0"/>
              </a:rPr>
              <a:t>D</a:t>
            </a:r>
            <a:r>
              <a:rPr lang="en-US" sz="6000" dirty="0" err="1">
                <a:solidFill>
                  <a:srgbClr val="FFFFFF"/>
                </a:solidFill>
                <a:latin typeface="Agency FB" panose="020B0503020202020204" pitchFamily="34" charset="0"/>
              </a:rPr>
              <a:t>iagram</a:t>
            </a:r>
            <a:endParaRPr lang="en-US" sz="6000" dirty="0">
              <a:solidFill>
                <a:srgbClr val="FFFFFF"/>
              </a:solidFill>
              <a:latin typeface="Agency FB" panose="020B0503020202020204" pitchFamily="34" charset="0"/>
            </a:endParaRPr>
          </a:p>
        </p:txBody>
      </p:sp>
      <p:sp>
        <p:nvSpPr>
          <p:cNvPr id="44" name="Rectangle: Rounded Corners 43">
            <a:extLst>
              <a:ext uri="{FF2B5EF4-FFF2-40B4-BE49-F238E27FC236}">
                <a16:creationId xmlns:a16="http://schemas.microsoft.com/office/drawing/2014/main" id="{F13BE4D7-0C3D-4906-B230-A1C5B4665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496" y="1587970"/>
            <a:ext cx="11033008" cy="4768380"/>
          </a:xfrm>
          <a:prstGeom prst="roundRect">
            <a:avLst>
              <a:gd name="adj" fmla="val 3174"/>
            </a:avLst>
          </a:prstGeom>
          <a:solidFill>
            <a:schemeClr val="bg1">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Tartalom helye 11">
            <a:extLst>
              <a:ext uri="{FF2B5EF4-FFF2-40B4-BE49-F238E27FC236}">
                <a16:creationId xmlns:a16="http://schemas.microsoft.com/office/drawing/2014/main" id="{52841FBD-BA92-F1D1-81E1-0F5F6AA84DFB}"/>
              </a:ext>
            </a:extLst>
          </p:cNvPr>
          <p:cNvGraphicFramePr>
            <a:graphicFrameLocks noGrp="1"/>
          </p:cNvGraphicFramePr>
          <p:nvPr>
            <p:ph idx="1"/>
            <p:extLst>
              <p:ext uri="{D42A27DB-BD31-4B8C-83A1-F6EECF244321}">
                <p14:modId xmlns:p14="http://schemas.microsoft.com/office/powerpoint/2010/main" val="589051354"/>
              </p:ext>
            </p:extLst>
          </p:nvPr>
        </p:nvGraphicFramePr>
        <p:xfrm>
          <a:off x="838200" y="1800911"/>
          <a:ext cx="10515600" cy="435133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6260833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F6E0E22-3AC4-87B3-2FF8-60E10674E646}"/>
            </a:ext>
          </a:extLst>
        </p:cNvPr>
        <p:cNvGrpSpPr/>
        <p:nvPr/>
      </p:nvGrpSpPr>
      <p:grpSpPr>
        <a:xfrm>
          <a:off x="0" y="0"/>
          <a:ext cx="0" cy="0"/>
          <a:chOff x="0" y="0"/>
          <a:chExt cx="0" cy="0"/>
        </a:xfrm>
      </p:grpSpPr>
      <p:sp useBgFill="1">
        <p:nvSpPr>
          <p:cNvPr id="66" name="Rectangle 65">
            <a:extLst>
              <a:ext uri="{FF2B5EF4-FFF2-40B4-BE49-F238E27FC236}">
                <a16:creationId xmlns:a16="http://schemas.microsoft.com/office/drawing/2014/main" id="{C0A1ED06-4733-4020-9C60-81D4D80140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8" name="Rectangle 67">
            <a:extLst>
              <a:ext uri="{FF2B5EF4-FFF2-40B4-BE49-F238E27FC236}">
                <a16:creationId xmlns:a16="http://schemas.microsoft.com/office/drawing/2014/main" id="{B0CA3509-3AF9-45FE-93ED-57BB5D5E8E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87388" y="181576"/>
            <a:ext cx="11823637" cy="6501088"/>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Picture 3" descr="A computer network diagram with many different colored squares&#10;&#10;AI-generated content may be incorrect.">
            <a:extLst>
              <a:ext uri="{FF2B5EF4-FFF2-40B4-BE49-F238E27FC236}">
                <a16:creationId xmlns:a16="http://schemas.microsoft.com/office/drawing/2014/main" id="{571F6F19-693E-11D8-7487-DCE8C563E78C}"/>
              </a:ext>
            </a:extLst>
          </p:cNvPr>
          <p:cNvPicPr>
            <a:picLocks noChangeAspect="1"/>
          </p:cNvPicPr>
          <p:nvPr/>
        </p:nvPicPr>
        <p:blipFill>
          <a:blip r:embed="rId3">
            <a:alphaModFix amt="60000"/>
            <a:extLst>
              <a:ext uri="{28A0092B-C50C-407E-A947-70E740481C1C}">
                <a14:useLocalDpi xmlns:a14="http://schemas.microsoft.com/office/drawing/2010/main" val="0"/>
              </a:ext>
            </a:extLst>
          </a:blip>
          <a:srcRect t="13015" b="2411"/>
          <a:stretch>
            <a:fillRect/>
          </a:stretch>
        </p:blipFill>
        <p:spPr>
          <a:xfrm>
            <a:off x="180975" y="182880"/>
            <a:ext cx="11823637" cy="6499784"/>
          </a:xfrm>
          <a:prstGeom prst="rect">
            <a:avLst/>
          </a:prstGeom>
        </p:spPr>
      </p:pic>
      <p:sp>
        <p:nvSpPr>
          <p:cNvPr id="2" name="Title 1">
            <a:extLst>
              <a:ext uri="{FF2B5EF4-FFF2-40B4-BE49-F238E27FC236}">
                <a16:creationId xmlns:a16="http://schemas.microsoft.com/office/drawing/2014/main" id="{CF76C238-80E1-EA88-A81A-E41DFBBC6A74}"/>
              </a:ext>
            </a:extLst>
          </p:cNvPr>
          <p:cNvSpPr>
            <a:spLocks noGrp="1"/>
          </p:cNvSpPr>
          <p:nvPr>
            <p:ph type="title"/>
          </p:nvPr>
        </p:nvSpPr>
        <p:spPr>
          <a:xfrm>
            <a:off x="838200" y="525195"/>
            <a:ext cx="10165218" cy="1947841"/>
          </a:xfrm>
        </p:spPr>
        <p:txBody>
          <a:bodyPr anchor="b">
            <a:normAutofit/>
          </a:bodyPr>
          <a:lstStyle/>
          <a:p>
            <a:pPr algn="ctr"/>
            <a:r>
              <a:rPr lang="en-US" sz="6000" u="sng" dirty="0">
                <a:solidFill>
                  <a:srgbClr val="FFFFFF"/>
                </a:solidFill>
                <a:highlight>
                  <a:srgbClr val="000000"/>
                </a:highlight>
                <a:latin typeface="Agency FB" panose="020B0503020202020204" pitchFamily="34" charset="0"/>
              </a:rPr>
              <a:t>_</a:t>
            </a:r>
            <a:r>
              <a:rPr lang="en-US" sz="6000" u="sng" dirty="0" err="1">
                <a:solidFill>
                  <a:srgbClr val="FFFFFF"/>
                </a:solidFill>
                <a:highlight>
                  <a:srgbClr val="000000"/>
                </a:highlight>
                <a:latin typeface="Agency FB" panose="020B0503020202020204" pitchFamily="34" charset="0"/>
              </a:rPr>
              <a:t>Összegzés</a:t>
            </a:r>
            <a:r>
              <a:rPr lang="en-US" sz="6000" u="sng" dirty="0">
                <a:solidFill>
                  <a:srgbClr val="FFFFFF"/>
                </a:solidFill>
                <a:highlight>
                  <a:srgbClr val="000000"/>
                </a:highlight>
                <a:latin typeface="Agency FB" panose="020B0503020202020204" pitchFamily="34" charset="0"/>
              </a:rPr>
              <a:t>_</a:t>
            </a:r>
          </a:p>
        </p:txBody>
      </p:sp>
      <p:graphicFrame>
        <p:nvGraphicFramePr>
          <p:cNvPr id="61" name="Rectangle 1">
            <a:extLst>
              <a:ext uri="{FF2B5EF4-FFF2-40B4-BE49-F238E27FC236}">
                <a16:creationId xmlns:a16="http://schemas.microsoft.com/office/drawing/2014/main" id="{4A845382-0252-6F60-C2FC-4E12204CB1C7}"/>
              </a:ext>
            </a:extLst>
          </p:cNvPr>
          <p:cNvGraphicFramePr>
            <a:graphicFrameLocks noGrp="1"/>
          </p:cNvGraphicFramePr>
          <p:nvPr>
            <p:ph idx="1"/>
            <p:extLst>
              <p:ext uri="{D42A27DB-BD31-4B8C-83A1-F6EECF244321}">
                <p14:modId xmlns:p14="http://schemas.microsoft.com/office/powerpoint/2010/main" val="1933865207"/>
              </p:ext>
            </p:extLst>
          </p:nvPr>
        </p:nvGraphicFramePr>
        <p:xfrm>
          <a:off x="838200" y="3526300"/>
          <a:ext cx="10165218" cy="258845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8368883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289ED1AA-8684-4D37-B208-8777E1A778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Graphic 33">
            <a:extLst>
              <a:ext uri="{FF2B5EF4-FFF2-40B4-BE49-F238E27FC236}">
                <a16:creationId xmlns:a16="http://schemas.microsoft.com/office/drawing/2014/main" id="{4180E01B-B1F4-437C-807D-1C930718EE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310784" y="0"/>
            <a:ext cx="9570431" cy="6858000"/>
          </a:xfrm>
          <a:custGeom>
            <a:avLst/>
            <a:gdLst>
              <a:gd name="connsiteX0" fmla="*/ 7178288 w 7187261"/>
              <a:gd name="connsiteY0" fmla="*/ 2604802 h 5150263"/>
              <a:gd name="connsiteX1" fmla="*/ 7169335 w 7187261"/>
              <a:gd name="connsiteY1" fmla="*/ 2328577 h 5150263"/>
              <a:gd name="connsiteX2" fmla="*/ 7060845 w 7187261"/>
              <a:gd name="connsiteY2" fmla="*/ 1661160 h 5150263"/>
              <a:gd name="connsiteX3" fmla="*/ 6212263 w 7187261"/>
              <a:gd name="connsiteY3" fmla="*/ 243840 h 5150263"/>
              <a:gd name="connsiteX4" fmla="*/ 5953564 w 7187261"/>
              <a:gd name="connsiteY4" fmla="*/ 0 h 5150263"/>
              <a:gd name="connsiteX5" fmla="*/ 1408615 w 7187261"/>
              <a:gd name="connsiteY5" fmla="*/ 0 h 5150263"/>
              <a:gd name="connsiteX6" fmla="*/ 805111 w 7187261"/>
              <a:gd name="connsiteY6" fmla="*/ 676275 h 5150263"/>
              <a:gd name="connsiteX7" fmla="*/ 104928 w 7187261"/>
              <a:gd name="connsiteY7" fmla="*/ 2183035 h 5150263"/>
              <a:gd name="connsiteX8" fmla="*/ 51588 w 7187261"/>
              <a:gd name="connsiteY8" fmla="*/ 2400014 h 5150263"/>
              <a:gd name="connsiteX9" fmla="*/ 41301 w 7187261"/>
              <a:gd name="connsiteY9" fmla="*/ 2424208 h 5150263"/>
              <a:gd name="connsiteX10" fmla="*/ 119692 w 7187261"/>
              <a:gd name="connsiteY10" fmla="*/ 1834801 h 5150263"/>
              <a:gd name="connsiteX11" fmla="*/ 870071 w 7187261"/>
              <a:gd name="connsiteY11" fmla="*/ 462248 h 5150263"/>
              <a:gd name="connsiteX12" fmla="*/ 1389279 w 7187261"/>
              <a:gd name="connsiteY12" fmla="*/ 476 h 5150263"/>
              <a:gd name="connsiteX13" fmla="*/ 1320223 w 7187261"/>
              <a:gd name="connsiteY13" fmla="*/ 476 h 5150263"/>
              <a:gd name="connsiteX14" fmla="*/ 423158 w 7187261"/>
              <a:gd name="connsiteY14" fmla="*/ 989743 h 5150263"/>
              <a:gd name="connsiteX15" fmla="*/ 25585 w 7187261"/>
              <a:gd name="connsiteY15" fmla="*/ 2113693 h 5150263"/>
              <a:gd name="connsiteX16" fmla="*/ 2344 w 7187261"/>
              <a:gd name="connsiteY16" fmla="*/ 2725865 h 5150263"/>
              <a:gd name="connsiteX17" fmla="*/ 447256 w 7187261"/>
              <a:gd name="connsiteY17" fmla="*/ 4210717 h 5150263"/>
              <a:gd name="connsiteX18" fmla="*/ 1138962 w 7187261"/>
              <a:gd name="connsiteY18" fmla="*/ 4988910 h 5150263"/>
              <a:gd name="connsiteX19" fmla="*/ 1348512 w 7187261"/>
              <a:gd name="connsiteY19" fmla="*/ 5146834 h 5150263"/>
              <a:gd name="connsiteX20" fmla="*/ 1422712 w 7187261"/>
              <a:gd name="connsiteY20" fmla="*/ 5146834 h 5150263"/>
              <a:gd name="connsiteX21" fmla="*/ 480594 w 7187261"/>
              <a:gd name="connsiteY21" fmla="*/ 4187952 h 5150263"/>
              <a:gd name="connsiteX22" fmla="*/ 398679 w 7187261"/>
              <a:gd name="connsiteY22" fmla="*/ 4046125 h 5150263"/>
              <a:gd name="connsiteX23" fmla="*/ 411823 w 7187261"/>
              <a:gd name="connsiteY23" fmla="*/ 4053078 h 5150263"/>
              <a:gd name="connsiteX24" fmla="*/ 1439380 w 7187261"/>
              <a:gd name="connsiteY24" fmla="*/ 5147405 h 5150263"/>
              <a:gd name="connsiteX25" fmla="*/ 5710010 w 7187261"/>
              <a:gd name="connsiteY25" fmla="*/ 5150263 h 5150263"/>
              <a:gd name="connsiteX26" fmla="*/ 5999665 w 7187261"/>
              <a:gd name="connsiteY26" fmla="*/ 4910900 h 5150263"/>
              <a:gd name="connsiteX27" fmla="*/ 6954165 w 7187261"/>
              <a:gd name="connsiteY27" fmla="*/ 3545777 h 5150263"/>
              <a:gd name="connsiteX28" fmla="*/ 7137712 w 7187261"/>
              <a:gd name="connsiteY28" fmla="*/ 2799207 h 5150263"/>
              <a:gd name="connsiteX29" fmla="*/ 7142951 w 7187261"/>
              <a:gd name="connsiteY29" fmla="*/ 2754535 h 5150263"/>
              <a:gd name="connsiteX30" fmla="*/ 7149428 w 7187261"/>
              <a:gd name="connsiteY30" fmla="*/ 2774823 h 5150263"/>
              <a:gd name="connsiteX31" fmla="*/ 7066465 w 7187261"/>
              <a:gd name="connsiteY31" fmla="*/ 3465672 h 5150263"/>
              <a:gd name="connsiteX32" fmla="*/ 6452578 w 7187261"/>
              <a:gd name="connsiteY32" fmla="*/ 4552760 h 5150263"/>
              <a:gd name="connsiteX33" fmla="*/ 5752110 w 7187261"/>
              <a:gd name="connsiteY33" fmla="*/ 5150263 h 5150263"/>
              <a:gd name="connsiteX34" fmla="*/ 5827643 w 7187261"/>
              <a:gd name="connsiteY34" fmla="*/ 5150263 h 5150263"/>
              <a:gd name="connsiteX35" fmla="*/ 6642793 w 7187261"/>
              <a:gd name="connsiteY35" fmla="*/ 4389406 h 5150263"/>
              <a:gd name="connsiteX36" fmla="*/ 7102469 w 7187261"/>
              <a:gd name="connsiteY36" fmla="*/ 3490817 h 5150263"/>
              <a:gd name="connsiteX37" fmla="*/ 7187242 w 7187261"/>
              <a:gd name="connsiteY37" fmla="*/ 2990183 h 5150263"/>
              <a:gd name="connsiteX38" fmla="*/ 7178288 w 7187261"/>
              <a:gd name="connsiteY38" fmla="*/ 2604802 h 5150263"/>
              <a:gd name="connsiteX39" fmla="*/ 6342565 w 7187261"/>
              <a:gd name="connsiteY39" fmla="*/ 441389 h 5150263"/>
              <a:gd name="connsiteX40" fmla="*/ 7126567 w 7187261"/>
              <a:gd name="connsiteY40" fmla="*/ 2355056 h 5150263"/>
              <a:gd name="connsiteX41" fmla="*/ 6342565 w 7187261"/>
              <a:gd name="connsiteY41" fmla="*/ 441389 h 51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Lst>
            <a:rect l="l" t="t" r="r" b="b"/>
            <a:pathLst>
              <a:path w="7187261" h="5150263">
                <a:moveTo>
                  <a:pt x="7178288" y="2604802"/>
                </a:moveTo>
                <a:cubicBezTo>
                  <a:pt x="7168763" y="2513076"/>
                  <a:pt x="7174478" y="2420684"/>
                  <a:pt x="7169335" y="2328577"/>
                </a:cubicBezTo>
                <a:cubicBezTo>
                  <a:pt x="7156952" y="2102882"/>
                  <a:pt x="7120586" y="1879149"/>
                  <a:pt x="7060845" y="1661160"/>
                </a:cubicBezTo>
                <a:cubicBezTo>
                  <a:pt x="6910588" y="1121007"/>
                  <a:pt x="6617428" y="631374"/>
                  <a:pt x="6212263" y="243840"/>
                </a:cubicBezTo>
                <a:cubicBezTo>
                  <a:pt x="6126538" y="162496"/>
                  <a:pt x="6040813" y="80201"/>
                  <a:pt x="5953564" y="0"/>
                </a:cubicBezTo>
                <a:lnTo>
                  <a:pt x="1408615" y="0"/>
                </a:lnTo>
                <a:cubicBezTo>
                  <a:pt x="1180967" y="200316"/>
                  <a:pt x="978332" y="427387"/>
                  <a:pt x="805111" y="676275"/>
                </a:cubicBezTo>
                <a:cubicBezTo>
                  <a:pt x="481261" y="1136523"/>
                  <a:pt x="252089" y="1640872"/>
                  <a:pt x="104928" y="2183035"/>
                </a:cubicBezTo>
                <a:cubicBezTo>
                  <a:pt x="85878" y="2254853"/>
                  <a:pt x="69495" y="2327720"/>
                  <a:pt x="51588" y="2400014"/>
                </a:cubicBezTo>
                <a:cubicBezTo>
                  <a:pt x="49683" y="2407634"/>
                  <a:pt x="51588" y="2416969"/>
                  <a:pt x="41301" y="2424208"/>
                </a:cubicBezTo>
                <a:cubicBezTo>
                  <a:pt x="45900" y="2225469"/>
                  <a:pt x="72186" y="2027834"/>
                  <a:pt x="119692" y="1834801"/>
                </a:cubicBezTo>
                <a:cubicBezTo>
                  <a:pt x="247993" y="1310926"/>
                  <a:pt x="506121" y="857726"/>
                  <a:pt x="870071" y="462248"/>
                </a:cubicBezTo>
                <a:cubicBezTo>
                  <a:pt x="1027729" y="291823"/>
                  <a:pt x="1201617" y="137169"/>
                  <a:pt x="1389279" y="476"/>
                </a:cubicBezTo>
                <a:lnTo>
                  <a:pt x="1320223" y="476"/>
                </a:lnTo>
                <a:cubicBezTo>
                  <a:pt x="960844" y="274320"/>
                  <a:pt x="656330" y="599123"/>
                  <a:pt x="423158" y="989743"/>
                </a:cubicBezTo>
                <a:cubicBezTo>
                  <a:pt x="215608" y="1337596"/>
                  <a:pt x="80258" y="1711357"/>
                  <a:pt x="25585" y="2113693"/>
                </a:cubicBezTo>
                <a:cubicBezTo>
                  <a:pt x="-2705" y="2316480"/>
                  <a:pt x="-2228" y="2521077"/>
                  <a:pt x="2344" y="2725865"/>
                </a:cubicBezTo>
                <a:cubicBezTo>
                  <a:pt x="14155" y="3261932"/>
                  <a:pt x="170650" y="3754565"/>
                  <a:pt x="447256" y="4210717"/>
                </a:cubicBezTo>
                <a:cubicBezTo>
                  <a:pt x="629851" y="4511612"/>
                  <a:pt x="866356" y="4767167"/>
                  <a:pt x="1138962" y="4988910"/>
                </a:cubicBezTo>
                <a:cubicBezTo>
                  <a:pt x="1207161" y="5044345"/>
                  <a:pt x="1277008" y="5096990"/>
                  <a:pt x="1348512" y="5146834"/>
                </a:cubicBezTo>
                <a:lnTo>
                  <a:pt x="1422712" y="5146834"/>
                </a:lnTo>
                <a:cubicBezTo>
                  <a:pt x="1043426" y="4892802"/>
                  <a:pt x="724720" y="4577334"/>
                  <a:pt x="480594" y="4187952"/>
                </a:cubicBezTo>
                <a:cubicBezTo>
                  <a:pt x="452019" y="4141851"/>
                  <a:pt x="423444" y="4095179"/>
                  <a:pt x="398679" y="4046125"/>
                </a:cubicBezTo>
                <a:cubicBezTo>
                  <a:pt x="407442" y="4043267"/>
                  <a:pt x="409156" y="4048982"/>
                  <a:pt x="411823" y="4053078"/>
                </a:cubicBezTo>
                <a:cubicBezTo>
                  <a:pt x="683572" y="4484656"/>
                  <a:pt x="1033139" y="4842701"/>
                  <a:pt x="1439380" y="5147405"/>
                </a:cubicBezTo>
                <a:lnTo>
                  <a:pt x="5710010" y="5150263"/>
                </a:lnTo>
                <a:cubicBezTo>
                  <a:pt x="5810594" y="5075482"/>
                  <a:pt x="5907272" y="4995587"/>
                  <a:pt x="5999665" y="4910900"/>
                </a:cubicBezTo>
                <a:cubicBezTo>
                  <a:pt x="6418765" y="4526661"/>
                  <a:pt x="6746901" y="4078129"/>
                  <a:pt x="6954165" y="3545777"/>
                </a:cubicBezTo>
                <a:cubicBezTo>
                  <a:pt x="7048234" y="3306175"/>
                  <a:pt x="7109956" y="3055115"/>
                  <a:pt x="7137712" y="2799207"/>
                </a:cubicBezTo>
                <a:cubicBezTo>
                  <a:pt x="7139236" y="2784920"/>
                  <a:pt x="7141046" y="2770632"/>
                  <a:pt x="7142951" y="2754535"/>
                </a:cubicBezTo>
                <a:cubicBezTo>
                  <a:pt x="7151714" y="2760440"/>
                  <a:pt x="7149237" y="2768441"/>
                  <a:pt x="7149428" y="2774823"/>
                </a:cubicBezTo>
                <a:cubicBezTo>
                  <a:pt x="7156743" y="3007967"/>
                  <a:pt x="7128777" y="3240881"/>
                  <a:pt x="7066465" y="3465672"/>
                </a:cubicBezTo>
                <a:cubicBezTo>
                  <a:pt x="6952165" y="3878580"/>
                  <a:pt x="6737948" y="4235863"/>
                  <a:pt x="6452578" y="4552760"/>
                </a:cubicBezTo>
                <a:cubicBezTo>
                  <a:pt x="6244553" y="4783836"/>
                  <a:pt x="6008809" y="4980242"/>
                  <a:pt x="5752110" y="5150263"/>
                </a:cubicBezTo>
                <a:lnTo>
                  <a:pt x="5827643" y="5150263"/>
                </a:lnTo>
                <a:cubicBezTo>
                  <a:pt x="6136539" y="4938904"/>
                  <a:pt x="6412192" y="4689348"/>
                  <a:pt x="6642793" y="4389406"/>
                </a:cubicBezTo>
                <a:cubicBezTo>
                  <a:pt x="6851295" y="4118324"/>
                  <a:pt x="7009125" y="3820859"/>
                  <a:pt x="7102469" y="3490817"/>
                </a:cubicBezTo>
                <a:cubicBezTo>
                  <a:pt x="7148646" y="3327473"/>
                  <a:pt x="7177069" y="3159624"/>
                  <a:pt x="7187242" y="2990183"/>
                </a:cubicBezTo>
                <a:cubicBezTo>
                  <a:pt x="7187623" y="2984087"/>
                  <a:pt x="7182384" y="2642330"/>
                  <a:pt x="7178288" y="2604802"/>
                </a:cubicBezTo>
                <a:close/>
                <a:moveTo>
                  <a:pt x="6342565" y="441389"/>
                </a:moveTo>
                <a:cubicBezTo>
                  <a:pt x="6829797" y="986533"/>
                  <a:pt x="7091135" y="1624422"/>
                  <a:pt x="7126567" y="2355056"/>
                </a:cubicBezTo>
                <a:cubicBezTo>
                  <a:pt x="7001123" y="1661827"/>
                  <a:pt x="6756426" y="1017365"/>
                  <a:pt x="6342565" y="441389"/>
                </a:cubicBezTo>
                <a:close/>
              </a:path>
            </a:pathLst>
          </a:custGeom>
          <a:solidFill>
            <a:schemeClr val="accent2"/>
          </a:solidFill>
          <a:ln w="9525" cap="flat">
            <a:noFill/>
            <a:prstDash val="solid"/>
            <a:miter/>
          </a:ln>
        </p:spPr>
        <p:txBody>
          <a:bodyPr rtlCol="0" anchor="ctr"/>
          <a:lstStyle/>
          <a:p>
            <a:endParaRPr lang="en-US"/>
          </a:p>
        </p:txBody>
      </p:sp>
      <p:sp>
        <p:nvSpPr>
          <p:cNvPr id="3" name="Subtitle 2">
            <a:extLst>
              <a:ext uri="{FF2B5EF4-FFF2-40B4-BE49-F238E27FC236}">
                <a16:creationId xmlns:a16="http://schemas.microsoft.com/office/drawing/2014/main" id="{11B1A8F4-8645-3C7A-9B13-E121A2FEFCD1}"/>
              </a:ext>
            </a:extLst>
          </p:cNvPr>
          <p:cNvSpPr>
            <a:spLocks noGrp="1"/>
          </p:cNvSpPr>
          <p:nvPr>
            <p:ph type="subTitle" idx="1"/>
          </p:nvPr>
        </p:nvSpPr>
        <p:spPr>
          <a:xfrm>
            <a:off x="2629381" y="3569185"/>
            <a:ext cx="6930189" cy="938463"/>
          </a:xfrm>
        </p:spPr>
        <p:txBody>
          <a:bodyPr>
            <a:normAutofit/>
          </a:bodyPr>
          <a:lstStyle/>
          <a:p>
            <a:r>
              <a:rPr lang="en-US" dirty="0">
                <a:solidFill>
                  <a:srgbClr val="FFFFFF"/>
                </a:solidFill>
                <a:sym typeface="Wingdings" panose="05000000000000000000" pitchFamily="2" charset="2"/>
              </a:rPr>
              <a:t> </a:t>
            </a:r>
            <a:endParaRPr lang="en-US" dirty="0">
              <a:solidFill>
                <a:srgbClr val="FFFFFF"/>
              </a:solidFill>
            </a:endParaRPr>
          </a:p>
        </p:txBody>
      </p:sp>
      <p:sp>
        <p:nvSpPr>
          <p:cNvPr id="23" name="sketch line">
            <a:extLst>
              <a:ext uri="{FF2B5EF4-FFF2-40B4-BE49-F238E27FC236}">
                <a16:creationId xmlns:a16="http://schemas.microsoft.com/office/drawing/2014/main" id="{41F77738-2AF0-4750-A0C7-F97C2C1759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173498"/>
            <a:ext cx="4243589" cy="18288"/>
          </a:xfrm>
          <a:custGeom>
            <a:avLst/>
            <a:gdLst>
              <a:gd name="connsiteX0" fmla="*/ 0 w 4243589"/>
              <a:gd name="connsiteY0" fmla="*/ 0 h 18288"/>
              <a:gd name="connsiteX1" fmla="*/ 563791 w 4243589"/>
              <a:gd name="connsiteY1" fmla="*/ 0 h 18288"/>
              <a:gd name="connsiteX2" fmla="*/ 1042710 w 4243589"/>
              <a:gd name="connsiteY2" fmla="*/ 0 h 18288"/>
              <a:gd name="connsiteX3" fmla="*/ 1564066 w 4243589"/>
              <a:gd name="connsiteY3" fmla="*/ 0 h 18288"/>
              <a:gd name="connsiteX4" fmla="*/ 2212729 w 4243589"/>
              <a:gd name="connsiteY4" fmla="*/ 0 h 18288"/>
              <a:gd name="connsiteX5" fmla="*/ 2776520 w 4243589"/>
              <a:gd name="connsiteY5" fmla="*/ 0 h 18288"/>
              <a:gd name="connsiteX6" fmla="*/ 3297875 w 4243589"/>
              <a:gd name="connsiteY6" fmla="*/ 0 h 18288"/>
              <a:gd name="connsiteX7" fmla="*/ 4243589 w 4243589"/>
              <a:gd name="connsiteY7" fmla="*/ 0 h 18288"/>
              <a:gd name="connsiteX8" fmla="*/ 4243589 w 4243589"/>
              <a:gd name="connsiteY8" fmla="*/ 18288 h 18288"/>
              <a:gd name="connsiteX9" fmla="*/ 3637362 w 4243589"/>
              <a:gd name="connsiteY9" fmla="*/ 18288 h 18288"/>
              <a:gd name="connsiteX10" fmla="*/ 3116007 w 4243589"/>
              <a:gd name="connsiteY10" fmla="*/ 18288 h 18288"/>
              <a:gd name="connsiteX11" fmla="*/ 2424908 w 4243589"/>
              <a:gd name="connsiteY11" fmla="*/ 18288 h 18288"/>
              <a:gd name="connsiteX12" fmla="*/ 1861117 w 4243589"/>
              <a:gd name="connsiteY12" fmla="*/ 18288 h 18288"/>
              <a:gd name="connsiteX13" fmla="*/ 1382198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157351" y="-15653"/>
                  <a:pt x="378877" y="-5828"/>
                  <a:pt x="563791" y="0"/>
                </a:cubicBezTo>
                <a:cubicBezTo>
                  <a:pt x="748705" y="5828"/>
                  <a:pt x="905659" y="-5525"/>
                  <a:pt x="1042710" y="0"/>
                </a:cubicBezTo>
                <a:cubicBezTo>
                  <a:pt x="1179761" y="5525"/>
                  <a:pt x="1356845" y="-21288"/>
                  <a:pt x="1564066" y="0"/>
                </a:cubicBezTo>
                <a:cubicBezTo>
                  <a:pt x="1771287" y="21288"/>
                  <a:pt x="1912099" y="25135"/>
                  <a:pt x="2212729" y="0"/>
                </a:cubicBezTo>
                <a:cubicBezTo>
                  <a:pt x="2513359" y="-25135"/>
                  <a:pt x="2514918" y="-27119"/>
                  <a:pt x="2776520" y="0"/>
                </a:cubicBezTo>
                <a:cubicBezTo>
                  <a:pt x="3038122" y="27119"/>
                  <a:pt x="3178771" y="18116"/>
                  <a:pt x="3297875" y="0"/>
                </a:cubicBezTo>
                <a:cubicBezTo>
                  <a:pt x="3416980" y="-18116"/>
                  <a:pt x="4012240" y="-40869"/>
                  <a:pt x="4243589" y="0"/>
                </a:cubicBezTo>
                <a:cubicBezTo>
                  <a:pt x="4243987" y="7429"/>
                  <a:pt x="4243569" y="10822"/>
                  <a:pt x="4243589" y="18288"/>
                </a:cubicBezTo>
                <a:cubicBezTo>
                  <a:pt x="4112949" y="-2855"/>
                  <a:pt x="3928037" y="1831"/>
                  <a:pt x="3637362" y="18288"/>
                </a:cubicBezTo>
                <a:cubicBezTo>
                  <a:pt x="3346687" y="34745"/>
                  <a:pt x="3254446" y="26669"/>
                  <a:pt x="3116007" y="18288"/>
                </a:cubicBezTo>
                <a:cubicBezTo>
                  <a:pt x="2977569" y="9907"/>
                  <a:pt x="2620228" y="28873"/>
                  <a:pt x="2424908" y="18288"/>
                </a:cubicBezTo>
                <a:cubicBezTo>
                  <a:pt x="2229588" y="7703"/>
                  <a:pt x="2088287" y="-3854"/>
                  <a:pt x="1861117" y="18288"/>
                </a:cubicBezTo>
                <a:cubicBezTo>
                  <a:pt x="1633947" y="40430"/>
                  <a:pt x="1502447" y="-871"/>
                  <a:pt x="1382198" y="18288"/>
                </a:cubicBezTo>
                <a:cubicBezTo>
                  <a:pt x="1261949" y="37447"/>
                  <a:pt x="1045440" y="28353"/>
                  <a:pt x="733535" y="18288"/>
                </a:cubicBezTo>
                <a:cubicBezTo>
                  <a:pt x="421630" y="8223"/>
                  <a:pt x="341257" y="-18359"/>
                  <a:pt x="0" y="18288"/>
                </a:cubicBezTo>
                <a:cubicBezTo>
                  <a:pt x="-591" y="13205"/>
                  <a:pt x="-663" y="6329"/>
                  <a:pt x="0" y="0"/>
                </a:cubicBezTo>
                <a:close/>
              </a:path>
              <a:path w="4243589" h="18288" stroke="0" extrusionOk="0">
                <a:moveTo>
                  <a:pt x="0" y="0"/>
                </a:moveTo>
                <a:cubicBezTo>
                  <a:pt x="128164" y="17204"/>
                  <a:pt x="312653" y="1129"/>
                  <a:pt x="563791" y="0"/>
                </a:cubicBezTo>
                <a:cubicBezTo>
                  <a:pt x="814929" y="-1129"/>
                  <a:pt x="837271" y="8503"/>
                  <a:pt x="1042710" y="0"/>
                </a:cubicBezTo>
                <a:cubicBezTo>
                  <a:pt x="1248149" y="-8503"/>
                  <a:pt x="1588432" y="-28862"/>
                  <a:pt x="1733809" y="0"/>
                </a:cubicBezTo>
                <a:cubicBezTo>
                  <a:pt x="1879186" y="28862"/>
                  <a:pt x="2052815" y="5974"/>
                  <a:pt x="2297600" y="0"/>
                </a:cubicBezTo>
                <a:cubicBezTo>
                  <a:pt x="2542385" y="-5974"/>
                  <a:pt x="2699960" y="-23550"/>
                  <a:pt x="2861391" y="0"/>
                </a:cubicBezTo>
                <a:cubicBezTo>
                  <a:pt x="3022822" y="23550"/>
                  <a:pt x="3390411" y="25272"/>
                  <a:pt x="3552490" y="0"/>
                </a:cubicBezTo>
                <a:cubicBezTo>
                  <a:pt x="3714569" y="-25272"/>
                  <a:pt x="3950585" y="-31327"/>
                  <a:pt x="4243589" y="0"/>
                </a:cubicBezTo>
                <a:cubicBezTo>
                  <a:pt x="4242703" y="5429"/>
                  <a:pt x="4244410" y="14046"/>
                  <a:pt x="4243589" y="18288"/>
                </a:cubicBezTo>
                <a:cubicBezTo>
                  <a:pt x="4130424" y="-1240"/>
                  <a:pt x="3932803" y="42249"/>
                  <a:pt x="3722234" y="18288"/>
                </a:cubicBezTo>
                <a:cubicBezTo>
                  <a:pt x="3511665" y="-5673"/>
                  <a:pt x="3269903" y="45994"/>
                  <a:pt x="3116007" y="18288"/>
                </a:cubicBezTo>
                <a:cubicBezTo>
                  <a:pt x="2962111" y="-9418"/>
                  <a:pt x="2744280" y="23224"/>
                  <a:pt x="2509780" y="18288"/>
                </a:cubicBezTo>
                <a:cubicBezTo>
                  <a:pt x="2275280" y="13352"/>
                  <a:pt x="2066059" y="43664"/>
                  <a:pt x="1945989" y="18288"/>
                </a:cubicBezTo>
                <a:cubicBezTo>
                  <a:pt x="1825919" y="-7088"/>
                  <a:pt x="1407329" y="12616"/>
                  <a:pt x="1254890" y="18288"/>
                </a:cubicBezTo>
                <a:cubicBezTo>
                  <a:pt x="1102451" y="23960"/>
                  <a:pt x="837950" y="31673"/>
                  <a:pt x="563791" y="18288"/>
                </a:cubicBezTo>
                <a:cubicBezTo>
                  <a:pt x="289632" y="4903"/>
                  <a:pt x="132768" y="7105"/>
                  <a:pt x="0" y="18288"/>
                </a:cubicBezTo>
                <a:cubicBezTo>
                  <a:pt x="668" y="13665"/>
                  <a:pt x="578" y="5675"/>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FB72AA65-C0AB-55A1-1C96-4A38D336E5C3}"/>
              </a:ext>
            </a:extLst>
          </p:cNvPr>
          <p:cNvSpPr/>
          <p:nvPr/>
        </p:nvSpPr>
        <p:spPr>
          <a:xfrm>
            <a:off x="1715713" y="2505670"/>
            <a:ext cx="8757526" cy="923330"/>
          </a:xfrm>
          <a:prstGeom prst="rect">
            <a:avLst/>
          </a:prstGeom>
          <a:noFill/>
        </p:spPr>
        <p:txBody>
          <a:bodyPr wrap="none" lIns="91440" tIns="45720" rIns="91440" bIns="45720">
            <a:spAutoFit/>
          </a:bodyPr>
          <a:lstStyle/>
          <a:p>
            <a:pPr algn="ctr"/>
            <a:r>
              <a:rPr lang="en-US" sz="5400" b="0" cap="none" spc="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Algerian" panose="04020705040A02060702" pitchFamily="82" charset="0"/>
              </a:rPr>
              <a:t>Köszönjük</a:t>
            </a:r>
            <a:r>
              <a:rPr lang="en-US" sz="54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Algerian" panose="04020705040A02060702" pitchFamily="82" charset="0"/>
              </a:rPr>
              <a:t> a </a:t>
            </a:r>
            <a:r>
              <a:rPr lang="en-US" sz="5400" b="0" cap="none" spc="0" dirty="0" err="1">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Algerian" panose="04020705040A02060702" pitchFamily="82" charset="0"/>
              </a:rPr>
              <a:t>figyelmet</a:t>
            </a:r>
            <a:r>
              <a:rPr lang="en-US" sz="54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latin typeface="Algerian" panose="04020705040A02060702" pitchFamily="82" charset="0"/>
              </a:rPr>
              <a:t>!</a:t>
            </a:r>
            <a:endParaRPr lang="en-US" sz="5400" b="0" cap="none" spc="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endParaRPr>
          </a:p>
        </p:txBody>
      </p:sp>
    </p:spTree>
    <p:extLst>
      <p:ext uri="{BB962C8B-B14F-4D97-AF65-F5344CB8AC3E}">
        <p14:creationId xmlns:p14="http://schemas.microsoft.com/office/powerpoint/2010/main" val="449692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2000"/>
                                  </p:stCondLst>
                                  <p:iterate type="lt">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4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514f17d-86bb-40e8-9bc3-2d5486de0b0d"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um" ma:contentTypeID="0x0101006BFBCA8FB8D4D24FB8AD7F76B6F91B2F" ma:contentTypeVersion="15" ma:contentTypeDescription="Új dokumentum létrehozása." ma:contentTypeScope="" ma:versionID="78040f15a0a4d741a46ab2879b410487">
  <xsd:schema xmlns:xsd="http://www.w3.org/2001/XMLSchema" xmlns:xs="http://www.w3.org/2001/XMLSchema" xmlns:p="http://schemas.microsoft.com/office/2006/metadata/properties" xmlns:ns3="e514f17d-86bb-40e8-9bc3-2d5486de0b0d" xmlns:ns4="4298f91c-8d36-42a2-b345-2c6f9f9d3782" targetNamespace="http://schemas.microsoft.com/office/2006/metadata/properties" ma:root="true" ma:fieldsID="779593d9b75da8fc10c25fb2d89f7945" ns3:_="" ns4:_="">
    <xsd:import namespace="e514f17d-86bb-40e8-9bc3-2d5486de0b0d"/>
    <xsd:import namespace="4298f91c-8d36-42a2-b345-2c6f9f9d3782"/>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GenerationTime" minOccurs="0"/>
                <xsd:element ref="ns3:MediaServiceEventHashCode" minOccurs="0"/>
                <xsd:element ref="ns3:_activity" minOccurs="0"/>
                <xsd:element ref="ns3:MediaServiceOCR" minOccurs="0"/>
                <xsd:element ref="ns3:MediaServiceObjectDetectorVersions" minOccurs="0"/>
                <xsd:element ref="ns3:MediaServiceSystemTags" minOccurs="0"/>
                <xsd:element ref="ns3:MediaServiceSearchProperties" minOccurs="0"/>
                <xsd:element ref="ns3:MediaServiceDateTake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514f17d-86bb-40e8-9bc3-2d5486de0b0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_activity" ma:index="16" nillable="true" ma:displayName="_activity" ma:hidden="true" ma:internalName="_activity">
      <xsd:simpleType>
        <xsd:restriction base="dms:Note"/>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4298f91c-8d36-42a2-b345-2c6f9f9d3782" elementFormDefault="qualified">
    <xsd:import namespace="http://schemas.microsoft.com/office/2006/documentManagement/types"/>
    <xsd:import namespace="http://schemas.microsoft.com/office/infopath/2007/PartnerControls"/>
    <xsd:element name="SharedWithUsers" ma:index="10" nillable="true" ma:displayName="Résztvevők"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Megosztva részletekkel" ma:internalName="SharedWithDetails" ma:readOnly="true">
      <xsd:simpleType>
        <xsd:restriction base="dms:Note">
          <xsd:maxLength value="255"/>
        </xsd:restriction>
      </xsd:simpleType>
    </xsd:element>
    <xsd:element name="SharingHintHash" ma:index="12" nillable="true" ma:displayName="Megosztási tipp kivonata"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artalomtípus"/>
        <xsd:element ref="dc:title" minOccurs="0" maxOccurs="1" ma:index="4" ma:displayName="Cím"/>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19CF7236-2BDC-4B04-8313-04490D26F10A}">
  <ds:schemaRefs>
    <ds:schemaRef ds:uri="http://schemas.microsoft.com/office/2006/documentManagement/types"/>
    <ds:schemaRef ds:uri="4298f91c-8d36-42a2-b345-2c6f9f9d3782"/>
    <ds:schemaRef ds:uri="http://schemas.microsoft.com/office/2006/metadata/properties"/>
    <ds:schemaRef ds:uri="http://purl.org/dc/dcmitype/"/>
    <ds:schemaRef ds:uri="http://purl.org/dc/elements/1.1/"/>
    <ds:schemaRef ds:uri="http://purl.org/dc/terms/"/>
    <ds:schemaRef ds:uri="e514f17d-86bb-40e8-9bc3-2d5486de0b0d"/>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16299583-A125-4394-921E-CEF4E027503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514f17d-86bb-40e8-9bc3-2d5486de0b0d"/>
    <ds:schemaRef ds:uri="4298f91c-8d36-42a2-b345-2c6f9f9d378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12A0A4D-E01E-4AD7-A311-68ED2078607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250</TotalTime>
  <Words>824</Words>
  <Application>Microsoft Office PowerPoint</Application>
  <PresentationFormat>Szélesvásznú</PresentationFormat>
  <Paragraphs>104</Paragraphs>
  <Slides>14</Slides>
  <Notes>12</Notes>
  <HiddenSlides>0</HiddenSlides>
  <MMClips>0</MMClips>
  <ScaleCrop>false</ScaleCrop>
  <HeadingPairs>
    <vt:vector size="6" baseType="variant">
      <vt:variant>
        <vt:lpstr>Használt betűtípusok</vt:lpstr>
      </vt:variant>
      <vt:variant>
        <vt:i4>8</vt:i4>
      </vt:variant>
      <vt:variant>
        <vt:lpstr>Téma</vt:lpstr>
      </vt:variant>
      <vt:variant>
        <vt:i4>1</vt:i4>
      </vt:variant>
      <vt:variant>
        <vt:lpstr>Diacímek</vt:lpstr>
      </vt:variant>
      <vt:variant>
        <vt:i4>14</vt:i4>
      </vt:variant>
    </vt:vector>
  </HeadingPairs>
  <TitlesOfParts>
    <vt:vector size="23" baseType="lpstr">
      <vt:lpstr>Agency FB</vt:lpstr>
      <vt:lpstr>Algerian</vt:lpstr>
      <vt:lpstr>Aptos</vt:lpstr>
      <vt:lpstr>Aptos Display</vt:lpstr>
      <vt:lpstr>Arial</vt:lpstr>
      <vt:lpstr>Brush Script MT</vt:lpstr>
      <vt:lpstr>Calibri</vt:lpstr>
      <vt:lpstr>Wingdings</vt:lpstr>
      <vt:lpstr>Office Theme</vt:lpstr>
      <vt:lpstr>Stake kaszinó</vt:lpstr>
      <vt:lpstr>Stake Hálózat Bemutatása</vt:lpstr>
      <vt:lpstr>A Stake csapat</vt:lpstr>
      <vt:lpstr>Áttekintés</vt:lpstr>
      <vt:lpstr>_Budapest_    </vt:lpstr>
      <vt:lpstr>_Sopron_</vt:lpstr>
      <vt:lpstr>_Pécs_</vt:lpstr>
      <vt:lpstr>_Szekszárd_</vt:lpstr>
      <vt:lpstr>Jira dokumentálás</vt:lpstr>
      <vt:lpstr>_Git_</vt:lpstr>
      <vt:lpstr>_Tesztelés_</vt:lpstr>
      <vt:lpstr>Diagram</vt:lpstr>
      <vt:lpstr>_Összegzés_</vt:lpstr>
      <vt:lpstr>PowerPoint-bemutató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Müller János</dc:creator>
  <cp:lastModifiedBy>Opsrac Balii</cp:lastModifiedBy>
  <cp:revision>12</cp:revision>
  <dcterms:created xsi:type="dcterms:W3CDTF">2025-10-09T10:44:59Z</dcterms:created>
  <dcterms:modified xsi:type="dcterms:W3CDTF">2026-02-19T09:17:20Z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0x0101006BFBCA8FB8D4D24FB8AD7F76B6F91B2F</vt:lpwstr>
  </property>
</Properties>
</file>